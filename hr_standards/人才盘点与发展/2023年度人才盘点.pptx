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90" r:id="rId6"/>
    <p:sldId id="291" r:id="rId7"/>
    <p:sldId id="315" r:id="rId8"/>
    <p:sldId id="292" r:id="rId9"/>
    <p:sldId id="262" r:id="rId10"/>
    <p:sldId id="289" r:id="rId11"/>
    <p:sldId id="264" r:id="rId12"/>
    <p:sldId id="269" r:id="rId13"/>
    <p:sldId id="263" r:id="rId14"/>
    <p:sldId id="273" r:id="rId15"/>
    <p:sldId id="274" r:id="rId16"/>
    <p:sldId id="271" r:id="rId17"/>
    <p:sldId id="272" r:id="rId18"/>
    <p:sldId id="279" r:id="rId19"/>
    <p:sldId id="280" r:id="rId20"/>
    <p:sldId id="281" r:id="rId21"/>
    <p:sldId id="282" r:id="rId22"/>
    <p:sldId id="260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53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1.jpeg"/><Relationship Id="rId1" Type="http://schemas.openxmlformats.org/officeDocument/2006/relationships/tags" Target="../tags/tag85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1.xml"/><Relationship Id="rId5" Type="http://schemas.openxmlformats.org/officeDocument/2006/relationships/image" Target="../media/image3.png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96.xml"/><Relationship Id="rId6" Type="http://schemas.openxmlformats.org/officeDocument/2006/relationships/image" Target="../media/image4.png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1.xml"/><Relationship Id="rId6" Type="http://schemas.openxmlformats.org/officeDocument/2006/relationships/image" Target="../media/image5.png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image" Target="../media/image1.jpeg"/><Relationship Id="rId1" Type="http://schemas.openxmlformats.org/officeDocument/2006/relationships/tags" Target="../tags/tag10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../media/image7.png"/><Relationship Id="rId7" Type="http://schemas.openxmlformats.org/officeDocument/2006/relationships/tags" Target="../tags/tag109.xml"/><Relationship Id="rId6" Type="http://schemas.openxmlformats.org/officeDocument/2006/relationships/image" Target="../media/image6.png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1.xml"/><Relationship Id="rId10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4.xml"/><Relationship Id="rId4" Type="http://schemas.openxmlformats.org/officeDocument/2006/relationships/image" Target="../media/image9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3.xml"/><Relationship Id="rId6" Type="http://schemas.openxmlformats.org/officeDocument/2006/relationships/image" Target="../media/image11.png"/><Relationship Id="rId5" Type="http://schemas.openxmlformats.org/officeDocument/2006/relationships/tags" Target="../tags/tag122.xml"/><Relationship Id="rId4" Type="http://schemas.openxmlformats.org/officeDocument/2006/relationships/image" Target="../media/image10.pn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Relationship Id="rId3" Type="http://schemas.openxmlformats.org/officeDocument/2006/relationships/image" Target="../media/image12.png"/><Relationship Id="rId2" Type="http://schemas.openxmlformats.org/officeDocument/2006/relationships/tags" Target="../tags/tag124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8.xml"/><Relationship Id="rId4" Type="http://schemas.openxmlformats.org/officeDocument/2006/relationships/image" Target="../media/image13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1.xml"/><Relationship Id="rId4" Type="http://schemas.openxmlformats.org/officeDocument/2006/relationships/image" Target="../media/image14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image" Target="../media/image15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image" Target="../media/image18.png"/><Relationship Id="rId7" Type="http://schemas.openxmlformats.org/officeDocument/2006/relationships/tags" Target="../tags/tag138.xml"/><Relationship Id="rId6" Type="http://schemas.openxmlformats.org/officeDocument/2006/relationships/image" Target="../media/image17.png"/><Relationship Id="rId5" Type="http://schemas.openxmlformats.org/officeDocument/2006/relationships/tags" Target="../tags/tag137.xml"/><Relationship Id="rId4" Type="http://schemas.openxmlformats.org/officeDocument/2006/relationships/image" Target="../media/image16.png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2.xml"/><Relationship Id="rId4" Type="http://schemas.openxmlformats.org/officeDocument/2006/relationships/image" Target="../media/image19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4.xml"/><Relationship Id="rId3" Type="http://schemas.openxmlformats.org/officeDocument/2006/relationships/image" Target="../media/image20.png"/><Relationship Id="rId2" Type="http://schemas.openxmlformats.org/officeDocument/2006/relationships/tags" Target="../tags/tag143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7.xml"/><Relationship Id="rId4" Type="http://schemas.openxmlformats.org/officeDocument/2006/relationships/image" Target="../media/image16.pn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9.xml"/><Relationship Id="rId3" Type="http://schemas.openxmlformats.org/officeDocument/2006/relationships/image" Target="../media/image21.png"/><Relationship Id="rId2" Type="http://schemas.openxmlformats.org/officeDocument/2006/relationships/tags" Target="../tags/tag148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1.xml"/><Relationship Id="rId3" Type="http://schemas.openxmlformats.org/officeDocument/2006/relationships/image" Target="../media/image22.png"/><Relationship Id="rId2" Type="http://schemas.openxmlformats.org/officeDocument/2006/relationships/tags" Target="../tags/tag150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2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  <p:sp>
        <p:nvSpPr>
          <p:cNvPr id="29" name="矩形 1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967497" y="1232555"/>
            <a:ext cx="1121462" cy="1221592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>
            <a:innerShdw blurRad="152400" dist="50800" dir="18900000">
              <a:prstClr val="black">
                <a:alpha val="40000"/>
              </a:prstClr>
            </a:innerShdw>
          </a:effectLst>
        </p:spPr>
        <p:txBody>
          <a:bodyPr lIns="0" tIns="0" rIns="0" bIns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0" name="矩形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2218682" y="1233711"/>
            <a:ext cx="1119580" cy="1220560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1587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矩形 10"/>
          <p:cNvSpPr/>
          <p:nvPr>
            <p:custDataLst>
              <p:tags r:id="rId4"/>
            </p:custDataLst>
          </p:nvPr>
        </p:nvSpPr>
        <p:spPr>
          <a:xfrm>
            <a:off x="2479987" y="1455067"/>
            <a:ext cx="712539" cy="776806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rgbClr val="1A356C"/>
          </a:solidFill>
          <a:ln w="15875" cap="flat" cmpd="sng" algn="ctr">
            <a:gradFill>
              <a:gsLst>
                <a:gs pos="50000">
                  <a:schemeClr val="tx1">
                    <a:lumMod val="75000"/>
                  </a:schemeClr>
                </a:gs>
                <a:gs pos="100000">
                  <a:schemeClr val="bg1"/>
                </a:gs>
                <a:gs pos="0">
                  <a:schemeClr val="tx1"/>
                </a:gs>
              </a:gsLst>
              <a:lin ang="8100000" scaled="0"/>
            </a:gradFill>
            <a:prstDash val="solid"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rPr>
              <a:t>2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570237" y="1656735"/>
            <a:ext cx="1121462" cy="1221592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>
            <a:innerShdw blurRad="152400" dist="50800" dir="18900000">
              <a:prstClr val="black">
                <a:alpha val="40000"/>
              </a:prstClr>
            </a:innerShdw>
          </a:effectLst>
        </p:spPr>
        <p:txBody>
          <a:bodyPr lIns="0" tIns="0" rIns="0" bIns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599172" y="1454691"/>
            <a:ext cx="1119580" cy="1220560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1587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8" name="矩形 10"/>
          <p:cNvSpPr/>
          <p:nvPr>
            <p:custDataLst>
              <p:tags r:id="rId7"/>
            </p:custDataLst>
          </p:nvPr>
        </p:nvSpPr>
        <p:spPr>
          <a:xfrm>
            <a:off x="3774168" y="1656658"/>
            <a:ext cx="712539" cy="776806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rgbClr val="1A356C"/>
          </a:solidFill>
          <a:ln w="15875" cap="flat" cmpd="sng" algn="ctr">
            <a:gradFill>
              <a:gsLst>
                <a:gs pos="50000">
                  <a:schemeClr val="tx1">
                    <a:lumMod val="75000"/>
                  </a:schemeClr>
                </a:gs>
                <a:gs pos="100000">
                  <a:schemeClr val="bg1"/>
                </a:gs>
                <a:gs pos="0">
                  <a:schemeClr val="tx1"/>
                </a:gs>
              </a:gsLst>
              <a:lin ang="8100000" scaled="0"/>
            </a:gradFill>
            <a:prstDash val="solid"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rPr>
              <a:t>0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924057" y="1359555"/>
            <a:ext cx="1121462" cy="1221592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>
            <a:innerShdw blurRad="152400" dist="50800" dir="18900000">
              <a:prstClr val="black">
                <a:alpha val="40000"/>
              </a:prstClr>
            </a:innerShdw>
          </a:effectLst>
        </p:spPr>
        <p:txBody>
          <a:bodyPr lIns="0" tIns="0" rIns="0" bIns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227947" y="1359441"/>
            <a:ext cx="1119580" cy="1220560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1587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10"/>
          <p:cNvSpPr/>
          <p:nvPr>
            <p:custDataLst>
              <p:tags r:id="rId10"/>
            </p:custDataLst>
          </p:nvPr>
        </p:nvSpPr>
        <p:spPr>
          <a:xfrm>
            <a:off x="5432102" y="1582702"/>
            <a:ext cx="712539" cy="776806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rgbClr val="1A356C"/>
          </a:solidFill>
          <a:ln w="15875" cap="flat" cmpd="sng" algn="ctr">
            <a:gradFill>
              <a:gsLst>
                <a:gs pos="50000">
                  <a:schemeClr val="tx1">
                    <a:lumMod val="75000"/>
                  </a:schemeClr>
                </a:gs>
                <a:gs pos="100000">
                  <a:schemeClr val="bg1"/>
                </a:gs>
                <a:gs pos="0">
                  <a:schemeClr val="tx1"/>
                </a:gs>
              </a:gsLst>
              <a:lin ang="8100000" scaled="0"/>
            </a:gradFill>
            <a:prstDash val="solid"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rPr>
              <a:t>2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733807" y="1656735"/>
            <a:ext cx="1121462" cy="1221592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>
            <a:innerShdw blurRad="152400" dist="50800" dir="18900000">
              <a:prstClr val="black">
                <a:alpha val="40000"/>
              </a:prstClr>
            </a:innerShdw>
          </a:effectLst>
        </p:spPr>
        <p:txBody>
          <a:bodyPr lIns="0" tIns="0" rIns="0" bIns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1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736072" y="1454691"/>
            <a:ext cx="1119580" cy="1220560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1587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10"/>
          <p:cNvSpPr/>
          <p:nvPr>
            <p:custDataLst>
              <p:tags r:id="rId13"/>
            </p:custDataLst>
          </p:nvPr>
        </p:nvSpPr>
        <p:spPr>
          <a:xfrm>
            <a:off x="6940227" y="1677952"/>
            <a:ext cx="712539" cy="776806"/>
          </a:xfrm>
          <a:custGeom>
            <a:avLst/>
            <a:gdLst>
              <a:gd name="connsiteX0" fmla="*/ 653528 w 1305333"/>
              <a:gd name="connsiteY0" fmla="*/ 0 h 1424419"/>
              <a:gd name="connsiteX1" fmla="*/ 757287 w 1305333"/>
              <a:gd name="connsiteY1" fmla="*/ 32444 h 1424419"/>
              <a:gd name="connsiteX2" fmla="*/ 1206876 w 1305333"/>
              <a:gd name="connsiteY2" fmla="*/ 284945 h 1424419"/>
              <a:gd name="connsiteX3" fmla="*/ 1233464 w 1305333"/>
              <a:gd name="connsiteY3" fmla="*/ 306775 h 1424419"/>
              <a:gd name="connsiteX4" fmla="*/ 1299728 w 1305333"/>
              <a:gd name="connsiteY4" fmla="*/ 452301 h 1424419"/>
              <a:gd name="connsiteX5" fmla="*/ 1303099 w 1305333"/>
              <a:gd name="connsiteY5" fmla="*/ 495558 h 1424419"/>
              <a:gd name="connsiteX6" fmla="*/ 1303099 w 1305333"/>
              <a:gd name="connsiteY6" fmla="*/ 952393 h 1424419"/>
              <a:gd name="connsiteX7" fmla="*/ 1299356 w 1305333"/>
              <a:gd name="connsiteY7" fmla="*/ 974248 h 1424419"/>
              <a:gd name="connsiteX8" fmla="*/ 1193590 w 1305333"/>
              <a:gd name="connsiteY8" fmla="*/ 1159518 h 1424419"/>
              <a:gd name="connsiteX9" fmla="*/ 1188747 w 1305333"/>
              <a:gd name="connsiteY9" fmla="*/ 1163476 h 1424419"/>
              <a:gd name="connsiteX10" fmla="*/ 792288 w 1305333"/>
              <a:gd name="connsiteY10" fmla="*/ 1385653 h 1424419"/>
              <a:gd name="connsiteX11" fmla="*/ 522686 w 1305333"/>
              <a:gd name="connsiteY11" fmla="*/ 1384922 h 1424419"/>
              <a:gd name="connsiteX12" fmla="*/ 80344 w 1305333"/>
              <a:gd name="connsiteY12" fmla="*/ 1139323 h 1424419"/>
              <a:gd name="connsiteX13" fmla="*/ 68397 w 1305333"/>
              <a:gd name="connsiteY13" fmla="*/ 1130059 h 1424419"/>
              <a:gd name="connsiteX14" fmla="*/ 667 w 1305333"/>
              <a:gd name="connsiteY14" fmla="*/ 999105 h 1424419"/>
              <a:gd name="connsiteX15" fmla="*/ 0 w 1305333"/>
              <a:gd name="connsiteY15" fmla="*/ 972364 h 1424419"/>
              <a:gd name="connsiteX16" fmla="*/ 2496 w 1305333"/>
              <a:gd name="connsiteY16" fmla="*/ 463106 h 1424419"/>
              <a:gd name="connsiteX17" fmla="*/ 2458 w 1305333"/>
              <a:gd name="connsiteY17" fmla="*/ 429563 h 1424419"/>
              <a:gd name="connsiteX18" fmla="*/ 75248 w 1305333"/>
              <a:gd name="connsiteY18" fmla="*/ 303202 h 1424419"/>
              <a:gd name="connsiteX19" fmla="*/ 103465 w 1305333"/>
              <a:gd name="connsiteY19" fmla="*/ 288252 h 1424419"/>
              <a:gd name="connsiteX20" fmla="*/ 541533 w 1305333"/>
              <a:gd name="connsiteY20" fmla="*/ 38110 h 1424419"/>
              <a:gd name="connsiteX21" fmla="*/ 653528 w 1305333"/>
              <a:gd name="connsiteY21" fmla="*/ 0 h 1424419"/>
              <a:gd name="connsiteX0-1" fmla="*/ 653528 w 1305333"/>
              <a:gd name="connsiteY0-2" fmla="*/ 0 h 1424419"/>
              <a:gd name="connsiteX1-3" fmla="*/ 757287 w 1305333"/>
              <a:gd name="connsiteY1-4" fmla="*/ 32444 h 1424419"/>
              <a:gd name="connsiteX2-5" fmla="*/ 1206876 w 1305333"/>
              <a:gd name="connsiteY2-6" fmla="*/ 284945 h 1424419"/>
              <a:gd name="connsiteX3-7" fmla="*/ 1233464 w 1305333"/>
              <a:gd name="connsiteY3-8" fmla="*/ 306775 h 1424419"/>
              <a:gd name="connsiteX4-9" fmla="*/ 1301712 w 1305333"/>
              <a:gd name="connsiteY4-10" fmla="*/ 442384 h 1424419"/>
              <a:gd name="connsiteX5-11" fmla="*/ 1303099 w 1305333"/>
              <a:gd name="connsiteY5-12" fmla="*/ 495558 h 1424419"/>
              <a:gd name="connsiteX6-13" fmla="*/ 1303099 w 1305333"/>
              <a:gd name="connsiteY6-14" fmla="*/ 952393 h 1424419"/>
              <a:gd name="connsiteX7-15" fmla="*/ 1299356 w 1305333"/>
              <a:gd name="connsiteY7-16" fmla="*/ 974248 h 1424419"/>
              <a:gd name="connsiteX8-17" fmla="*/ 1193590 w 1305333"/>
              <a:gd name="connsiteY8-18" fmla="*/ 1159518 h 1424419"/>
              <a:gd name="connsiteX9-19" fmla="*/ 1188747 w 1305333"/>
              <a:gd name="connsiteY9-20" fmla="*/ 1163476 h 1424419"/>
              <a:gd name="connsiteX10-21" fmla="*/ 792288 w 1305333"/>
              <a:gd name="connsiteY10-22" fmla="*/ 1385653 h 1424419"/>
              <a:gd name="connsiteX11-23" fmla="*/ 522686 w 1305333"/>
              <a:gd name="connsiteY11-24" fmla="*/ 1384922 h 1424419"/>
              <a:gd name="connsiteX12-25" fmla="*/ 80344 w 1305333"/>
              <a:gd name="connsiteY12-26" fmla="*/ 1139323 h 1424419"/>
              <a:gd name="connsiteX13-27" fmla="*/ 68397 w 1305333"/>
              <a:gd name="connsiteY13-28" fmla="*/ 1130059 h 1424419"/>
              <a:gd name="connsiteX14-29" fmla="*/ 667 w 1305333"/>
              <a:gd name="connsiteY14-30" fmla="*/ 999105 h 1424419"/>
              <a:gd name="connsiteX15-31" fmla="*/ 0 w 1305333"/>
              <a:gd name="connsiteY15-32" fmla="*/ 972364 h 1424419"/>
              <a:gd name="connsiteX16-33" fmla="*/ 2496 w 1305333"/>
              <a:gd name="connsiteY16-34" fmla="*/ 463106 h 1424419"/>
              <a:gd name="connsiteX17-35" fmla="*/ 2458 w 1305333"/>
              <a:gd name="connsiteY17-36" fmla="*/ 429563 h 1424419"/>
              <a:gd name="connsiteX18-37" fmla="*/ 75248 w 1305333"/>
              <a:gd name="connsiteY18-38" fmla="*/ 303202 h 1424419"/>
              <a:gd name="connsiteX19-39" fmla="*/ 103465 w 1305333"/>
              <a:gd name="connsiteY19-40" fmla="*/ 288252 h 1424419"/>
              <a:gd name="connsiteX20-41" fmla="*/ 541533 w 1305333"/>
              <a:gd name="connsiteY20-42" fmla="*/ 38110 h 1424419"/>
              <a:gd name="connsiteX21-43" fmla="*/ 653528 w 1305333"/>
              <a:gd name="connsiteY21-44" fmla="*/ 0 h 1424419"/>
              <a:gd name="connsiteX0-45" fmla="*/ 653528 w 1305333"/>
              <a:gd name="connsiteY0-46" fmla="*/ 0 h 1424419"/>
              <a:gd name="connsiteX1-47" fmla="*/ 757287 w 1305333"/>
              <a:gd name="connsiteY1-48" fmla="*/ 32444 h 1424419"/>
              <a:gd name="connsiteX2-49" fmla="*/ 1206876 w 1305333"/>
              <a:gd name="connsiteY2-50" fmla="*/ 284945 h 1424419"/>
              <a:gd name="connsiteX3-51" fmla="*/ 1233464 w 1305333"/>
              <a:gd name="connsiteY3-52" fmla="*/ 306775 h 1424419"/>
              <a:gd name="connsiteX4-53" fmla="*/ 1301712 w 1305333"/>
              <a:gd name="connsiteY4-54" fmla="*/ 442384 h 1424419"/>
              <a:gd name="connsiteX5-55" fmla="*/ 1303099 w 1305333"/>
              <a:gd name="connsiteY5-56" fmla="*/ 495558 h 1424419"/>
              <a:gd name="connsiteX6-57" fmla="*/ 1303099 w 1305333"/>
              <a:gd name="connsiteY6-58" fmla="*/ 952393 h 1424419"/>
              <a:gd name="connsiteX7-59" fmla="*/ 1299356 w 1305333"/>
              <a:gd name="connsiteY7-60" fmla="*/ 974248 h 1424419"/>
              <a:gd name="connsiteX8-61" fmla="*/ 1193590 w 1305333"/>
              <a:gd name="connsiteY8-62" fmla="*/ 1159518 h 1424419"/>
              <a:gd name="connsiteX9-63" fmla="*/ 1188747 w 1305333"/>
              <a:gd name="connsiteY9-64" fmla="*/ 1163476 h 1424419"/>
              <a:gd name="connsiteX10-65" fmla="*/ 792288 w 1305333"/>
              <a:gd name="connsiteY10-66" fmla="*/ 1385653 h 1424419"/>
              <a:gd name="connsiteX11-67" fmla="*/ 522686 w 1305333"/>
              <a:gd name="connsiteY11-68" fmla="*/ 1384922 h 1424419"/>
              <a:gd name="connsiteX12-69" fmla="*/ 80344 w 1305333"/>
              <a:gd name="connsiteY12-70" fmla="*/ 1139323 h 1424419"/>
              <a:gd name="connsiteX13-71" fmla="*/ 68397 w 1305333"/>
              <a:gd name="connsiteY13-72" fmla="*/ 1130059 h 1424419"/>
              <a:gd name="connsiteX14-73" fmla="*/ 667 w 1305333"/>
              <a:gd name="connsiteY14-74" fmla="*/ 999105 h 1424419"/>
              <a:gd name="connsiteX15-75" fmla="*/ 0 w 1305333"/>
              <a:gd name="connsiteY15-76" fmla="*/ 972364 h 1424419"/>
              <a:gd name="connsiteX16-77" fmla="*/ 2496 w 1305333"/>
              <a:gd name="connsiteY16-78" fmla="*/ 463106 h 1424419"/>
              <a:gd name="connsiteX17-79" fmla="*/ 2458 w 1305333"/>
              <a:gd name="connsiteY17-80" fmla="*/ 429563 h 1424419"/>
              <a:gd name="connsiteX18-81" fmla="*/ 75248 w 1305333"/>
              <a:gd name="connsiteY18-82" fmla="*/ 303202 h 1424419"/>
              <a:gd name="connsiteX19-83" fmla="*/ 103465 w 1305333"/>
              <a:gd name="connsiteY19-84" fmla="*/ 288252 h 1424419"/>
              <a:gd name="connsiteX20-85" fmla="*/ 541533 w 1305333"/>
              <a:gd name="connsiteY20-86" fmla="*/ 38110 h 1424419"/>
              <a:gd name="connsiteX21-87" fmla="*/ 653528 w 1305333"/>
              <a:gd name="connsiteY21-88" fmla="*/ 0 h 1424419"/>
              <a:gd name="connsiteX0-89" fmla="*/ 653528 w 1306046"/>
              <a:gd name="connsiteY0-90" fmla="*/ 0 h 1424419"/>
              <a:gd name="connsiteX1-91" fmla="*/ 757287 w 1306046"/>
              <a:gd name="connsiteY1-92" fmla="*/ 32444 h 1424419"/>
              <a:gd name="connsiteX2-93" fmla="*/ 1206876 w 1306046"/>
              <a:gd name="connsiteY2-94" fmla="*/ 284945 h 1424419"/>
              <a:gd name="connsiteX3-95" fmla="*/ 1233464 w 1306046"/>
              <a:gd name="connsiteY3-96" fmla="*/ 306775 h 1424419"/>
              <a:gd name="connsiteX4-97" fmla="*/ 1301712 w 1306046"/>
              <a:gd name="connsiteY4-98" fmla="*/ 442384 h 1424419"/>
              <a:gd name="connsiteX5-99" fmla="*/ 1303099 w 1306046"/>
              <a:gd name="connsiteY5-100" fmla="*/ 495558 h 1424419"/>
              <a:gd name="connsiteX6-101" fmla="*/ 1303099 w 1306046"/>
              <a:gd name="connsiteY6-102" fmla="*/ 952393 h 1424419"/>
              <a:gd name="connsiteX7-103" fmla="*/ 1305306 w 1306046"/>
              <a:gd name="connsiteY7-104" fmla="*/ 990115 h 1424419"/>
              <a:gd name="connsiteX8-105" fmla="*/ 1193590 w 1306046"/>
              <a:gd name="connsiteY8-106" fmla="*/ 1159518 h 1424419"/>
              <a:gd name="connsiteX9-107" fmla="*/ 1188747 w 1306046"/>
              <a:gd name="connsiteY9-108" fmla="*/ 1163476 h 1424419"/>
              <a:gd name="connsiteX10-109" fmla="*/ 792288 w 1306046"/>
              <a:gd name="connsiteY10-110" fmla="*/ 1385653 h 1424419"/>
              <a:gd name="connsiteX11-111" fmla="*/ 522686 w 1306046"/>
              <a:gd name="connsiteY11-112" fmla="*/ 1384922 h 1424419"/>
              <a:gd name="connsiteX12-113" fmla="*/ 80344 w 1306046"/>
              <a:gd name="connsiteY12-114" fmla="*/ 1139323 h 1424419"/>
              <a:gd name="connsiteX13-115" fmla="*/ 68397 w 1306046"/>
              <a:gd name="connsiteY13-116" fmla="*/ 1130059 h 1424419"/>
              <a:gd name="connsiteX14-117" fmla="*/ 667 w 1306046"/>
              <a:gd name="connsiteY14-118" fmla="*/ 999105 h 1424419"/>
              <a:gd name="connsiteX15-119" fmla="*/ 0 w 1306046"/>
              <a:gd name="connsiteY15-120" fmla="*/ 972364 h 1424419"/>
              <a:gd name="connsiteX16-121" fmla="*/ 2496 w 1306046"/>
              <a:gd name="connsiteY16-122" fmla="*/ 463106 h 1424419"/>
              <a:gd name="connsiteX17-123" fmla="*/ 2458 w 1306046"/>
              <a:gd name="connsiteY17-124" fmla="*/ 429563 h 1424419"/>
              <a:gd name="connsiteX18-125" fmla="*/ 75248 w 1306046"/>
              <a:gd name="connsiteY18-126" fmla="*/ 303202 h 1424419"/>
              <a:gd name="connsiteX19-127" fmla="*/ 103465 w 1306046"/>
              <a:gd name="connsiteY19-128" fmla="*/ 288252 h 1424419"/>
              <a:gd name="connsiteX20-129" fmla="*/ 541533 w 1306046"/>
              <a:gd name="connsiteY20-130" fmla="*/ 38110 h 1424419"/>
              <a:gd name="connsiteX21-131" fmla="*/ 653528 w 1306046"/>
              <a:gd name="connsiteY21-132" fmla="*/ 0 h 1424419"/>
              <a:gd name="connsiteX0-133" fmla="*/ 653528 w 1305333"/>
              <a:gd name="connsiteY0-134" fmla="*/ 0 h 1424419"/>
              <a:gd name="connsiteX1-135" fmla="*/ 757287 w 1305333"/>
              <a:gd name="connsiteY1-136" fmla="*/ 32444 h 1424419"/>
              <a:gd name="connsiteX2-137" fmla="*/ 1206876 w 1305333"/>
              <a:gd name="connsiteY2-138" fmla="*/ 284945 h 1424419"/>
              <a:gd name="connsiteX3-139" fmla="*/ 1233464 w 1305333"/>
              <a:gd name="connsiteY3-140" fmla="*/ 306775 h 1424419"/>
              <a:gd name="connsiteX4-141" fmla="*/ 1301712 w 1305333"/>
              <a:gd name="connsiteY4-142" fmla="*/ 442384 h 1424419"/>
              <a:gd name="connsiteX5-143" fmla="*/ 1303099 w 1305333"/>
              <a:gd name="connsiteY5-144" fmla="*/ 495558 h 1424419"/>
              <a:gd name="connsiteX6-145" fmla="*/ 1303099 w 1305333"/>
              <a:gd name="connsiteY6-146" fmla="*/ 952393 h 1424419"/>
              <a:gd name="connsiteX7-147" fmla="*/ 1305306 w 1305333"/>
              <a:gd name="connsiteY7-148" fmla="*/ 990115 h 1424419"/>
              <a:gd name="connsiteX8-149" fmla="*/ 1193590 w 1305333"/>
              <a:gd name="connsiteY8-150" fmla="*/ 1159518 h 1424419"/>
              <a:gd name="connsiteX9-151" fmla="*/ 1188747 w 1305333"/>
              <a:gd name="connsiteY9-152" fmla="*/ 1163476 h 1424419"/>
              <a:gd name="connsiteX10-153" fmla="*/ 792288 w 1305333"/>
              <a:gd name="connsiteY10-154" fmla="*/ 1385653 h 1424419"/>
              <a:gd name="connsiteX11-155" fmla="*/ 522686 w 1305333"/>
              <a:gd name="connsiteY11-156" fmla="*/ 1384922 h 1424419"/>
              <a:gd name="connsiteX12-157" fmla="*/ 80344 w 1305333"/>
              <a:gd name="connsiteY12-158" fmla="*/ 1139323 h 1424419"/>
              <a:gd name="connsiteX13-159" fmla="*/ 68397 w 1305333"/>
              <a:gd name="connsiteY13-160" fmla="*/ 1130059 h 1424419"/>
              <a:gd name="connsiteX14-161" fmla="*/ 667 w 1305333"/>
              <a:gd name="connsiteY14-162" fmla="*/ 999105 h 1424419"/>
              <a:gd name="connsiteX15-163" fmla="*/ 0 w 1305333"/>
              <a:gd name="connsiteY15-164" fmla="*/ 972364 h 1424419"/>
              <a:gd name="connsiteX16-165" fmla="*/ 2496 w 1305333"/>
              <a:gd name="connsiteY16-166" fmla="*/ 463106 h 1424419"/>
              <a:gd name="connsiteX17-167" fmla="*/ 2458 w 1305333"/>
              <a:gd name="connsiteY17-168" fmla="*/ 429563 h 1424419"/>
              <a:gd name="connsiteX18-169" fmla="*/ 75248 w 1305333"/>
              <a:gd name="connsiteY18-170" fmla="*/ 303202 h 1424419"/>
              <a:gd name="connsiteX19-171" fmla="*/ 103465 w 1305333"/>
              <a:gd name="connsiteY19-172" fmla="*/ 288252 h 1424419"/>
              <a:gd name="connsiteX20-173" fmla="*/ 541533 w 1305333"/>
              <a:gd name="connsiteY20-174" fmla="*/ 38110 h 1424419"/>
              <a:gd name="connsiteX21-175" fmla="*/ 653528 w 1305333"/>
              <a:gd name="connsiteY21-176" fmla="*/ 0 h 1424419"/>
              <a:gd name="connsiteX0-177" fmla="*/ 653528 w 1305333"/>
              <a:gd name="connsiteY0-178" fmla="*/ 0 h 1424419"/>
              <a:gd name="connsiteX1-179" fmla="*/ 757287 w 1305333"/>
              <a:gd name="connsiteY1-180" fmla="*/ 32444 h 1424419"/>
              <a:gd name="connsiteX2-181" fmla="*/ 1206876 w 1305333"/>
              <a:gd name="connsiteY2-182" fmla="*/ 284945 h 1424419"/>
              <a:gd name="connsiteX3-183" fmla="*/ 1233464 w 1305333"/>
              <a:gd name="connsiteY3-184" fmla="*/ 306775 h 1424419"/>
              <a:gd name="connsiteX4-185" fmla="*/ 1301712 w 1305333"/>
              <a:gd name="connsiteY4-186" fmla="*/ 442384 h 1424419"/>
              <a:gd name="connsiteX5-187" fmla="*/ 1303099 w 1305333"/>
              <a:gd name="connsiteY5-188" fmla="*/ 495558 h 1424419"/>
              <a:gd name="connsiteX6-189" fmla="*/ 1303099 w 1305333"/>
              <a:gd name="connsiteY6-190" fmla="*/ 952393 h 1424419"/>
              <a:gd name="connsiteX7-191" fmla="*/ 1305306 w 1305333"/>
              <a:gd name="connsiteY7-192" fmla="*/ 990115 h 1424419"/>
              <a:gd name="connsiteX8-193" fmla="*/ 1193590 w 1305333"/>
              <a:gd name="connsiteY8-194" fmla="*/ 1159518 h 1424419"/>
              <a:gd name="connsiteX9-195" fmla="*/ 1172881 w 1305333"/>
              <a:gd name="connsiteY9-196" fmla="*/ 1179342 h 1424419"/>
              <a:gd name="connsiteX10-197" fmla="*/ 792288 w 1305333"/>
              <a:gd name="connsiteY10-198" fmla="*/ 1385653 h 1424419"/>
              <a:gd name="connsiteX11-199" fmla="*/ 522686 w 1305333"/>
              <a:gd name="connsiteY11-200" fmla="*/ 1384922 h 1424419"/>
              <a:gd name="connsiteX12-201" fmla="*/ 80344 w 1305333"/>
              <a:gd name="connsiteY12-202" fmla="*/ 1139323 h 1424419"/>
              <a:gd name="connsiteX13-203" fmla="*/ 68397 w 1305333"/>
              <a:gd name="connsiteY13-204" fmla="*/ 1130059 h 1424419"/>
              <a:gd name="connsiteX14-205" fmla="*/ 667 w 1305333"/>
              <a:gd name="connsiteY14-206" fmla="*/ 999105 h 1424419"/>
              <a:gd name="connsiteX15-207" fmla="*/ 0 w 1305333"/>
              <a:gd name="connsiteY15-208" fmla="*/ 972364 h 1424419"/>
              <a:gd name="connsiteX16-209" fmla="*/ 2496 w 1305333"/>
              <a:gd name="connsiteY16-210" fmla="*/ 463106 h 1424419"/>
              <a:gd name="connsiteX17-211" fmla="*/ 2458 w 1305333"/>
              <a:gd name="connsiteY17-212" fmla="*/ 429563 h 1424419"/>
              <a:gd name="connsiteX18-213" fmla="*/ 75248 w 1305333"/>
              <a:gd name="connsiteY18-214" fmla="*/ 303202 h 1424419"/>
              <a:gd name="connsiteX19-215" fmla="*/ 103465 w 1305333"/>
              <a:gd name="connsiteY19-216" fmla="*/ 288252 h 1424419"/>
              <a:gd name="connsiteX20-217" fmla="*/ 541533 w 1305333"/>
              <a:gd name="connsiteY20-218" fmla="*/ 38110 h 1424419"/>
              <a:gd name="connsiteX21-219" fmla="*/ 653528 w 1305333"/>
              <a:gd name="connsiteY21-220" fmla="*/ 0 h 1424419"/>
              <a:gd name="connsiteX0-221" fmla="*/ 653528 w 1305333"/>
              <a:gd name="connsiteY0-222" fmla="*/ 0 h 1424419"/>
              <a:gd name="connsiteX1-223" fmla="*/ 757287 w 1305333"/>
              <a:gd name="connsiteY1-224" fmla="*/ 32444 h 1424419"/>
              <a:gd name="connsiteX2-225" fmla="*/ 1206876 w 1305333"/>
              <a:gd name="connsiteY2-226" fmla="*/ 284945 h 1424419"/>
              <a:gd name="connsiteX3-227" fmla="*/ 1233464 w 1305333"/>
              <a:gd name="connsiteY3-228" fmla="*/ 306775 h 1424419"/>
              <a:gd name="connsiteX4-229" fmla="*/ 1301712 w 1305333"/>
              <a:gd name="connsiteY4-230" fmla="*/ 442384 h 1424419"/>
              <a:gd name="connsiteX5-231" fmla="*/ 1303099 w 1305333"/>
              <a:gd name="connsiteY5-232" fmla="*/ 495558 h 1424419"/>
              <a:gd name="connsiteX6-233" fmla="*/ 1303099 w 1305333"/>
              <a:gd name="connsiteY6-234" fmla="*/ 952393 h 1424419"/>
              <a:gd name="connsiteX7-235" fmla="*/ 1305306 w 1305333"/>
              <a:gd name="connsiteY7-236" fmla="*/ 990115 h 1424419"/>
              <a:gd name="connsiteX8-237" fmla="*/ 1193590 w 1305333"/>
              <a:gd name="connsiteY8-238" fmla="*/ 1159518 h 1424419"/>
              <a:gd name="connsiteX9-239" fmla="*/ 1172881 w 1305333"/>
              <a:gd name="connsiteY9-240" fmla="*/ 1179342 h 1424419"/>
              <a:gd name="connsiteX10-241" fmla="*/ 792288 w 1305333"/>
              <a:gd name="connsiteY10-242" fmla="*/ 1385653 h 1424419"/>
              <a:gd name="connsiteX11-243" fmla="*/ 522686 w 1305333"/>
              <a:gd name="connsiteY11-244" fmla="*/ 1384922 h 1424419"/>
              <a:gd name="connsiteX12-245" fmla="*/ 80344 w 1305333"/>
              <a:gd name="connsiteY12-246" fmla="*/ 1139323 h 1424419"/>
              <a:gd name="connsiteX13-247" fmla="*/ 68397 w 1305333"/>
              <a:gd name="connsiteY13-248" fmla="*/ 1130059 h 1424419"/>
              <a:gd name="connsiteX14-249" fmla="*/ 667 w 1305333"/>
              <a:gd name="connsiteY14-250" fmla="*/ 999105 h 1424419"/>
              <a:gd name="connsiteX15-251" fmla="*/ 0 w 1305333"/>
              <a:gd name="connsiteY15-252" fmla="*/ 972364 h 1424419"/>
              <a:gd name="connsiteX16-253" fmla="*/ 2496 w 1305333"/>
              <a:gd name="connsiteY16-254" fmla="*/ 463106 h 1424419"/>
              <a:gd name="connsiteX17-255" fmla="*/ 2458 w 1305333"/>
              <a:gd name="connsiteY17-256" fmla="*/ 429563 h 1424419"/>
              <a:gd name="connsiteX18-257" fmla="*/ 75248 w 1305333"/>
              <a:gd name="connsiteY18-258" fmla="*/ 303202 h 1424419"/>
              <a:gd name="connsiteX19-259" fmla="*/ 103465 w 1305333"/>
              <a:gd name="connsiteY19-260" fmla="*/ 288252 h 1424419"/>
              <a:gd name="connsiteX20-261" fmla="*/ 541533 w 1305333"/>
              <a:gd name="connsiteY20-262" fmla="*/ 38110 h 1424419"/>
              <a:gd name="connsiteX21-263" fmla="*/ 653528 w 1305333"/>
              <a:gd name="connsiteY21-264" fmla="*/ 0 h 1424419"/>
              <a:gd name="connsiteX0-265" fmla="*/ 653528 w 1305333"/>
              <a:gd name="connsiteY0-266" fmla="*/ 0 h 1424419"/>
              <a:gd name="connsiteX1-267" fmla="*/ 757287 w 1305333"/>
              <a:gd name="connsiteY1-268" fmla="*/ 32444 h 1424419"/>
              <a:gd name="connsiteX2-269" fmla="*/ 1206876 w 1305333"/>
              <a:gd name="connsiteY2-270" fmla="*/ 284945 h 1424419"/>
              <a:gd name="connsiteX3-271" fmla="*/ 1233464 w 1305333"/>
              <a:gd name="connsiteY3-272" fmla="*/ 306775 h 1424419"/>
              <a:gd name="connsiteX4-273" fmla="*/ 1301712 w 1305333"/>
              <a:gd name="connsiteY4-274" fmla="*/ 442384 h 1424419"/>
              <a:gd name="connsiteX5-275" fmla="*/ 1303099 w 1305333"/>
              <a:gd name="connsiteY5-276" fmla="*/ 495558 h 1424419"/>
              <a:gd name="connsiteX6-277" fmla="*/ 1303099 w 1305333"/>
              <a:gd name="connsiteY6-278" fmla="*/ 952393 h 1424419"/>
              <a:gd name="connsiteX7-279" fmla="*/ 1305306 w 1305333"/>
              <a:gd name="connsiteY7-280" fmla="*/ 990115 h 1424419"/>
              <a:gd name="connsiteX8-281" fmla="*/ 1193590 w 1305333"/>
              <a:gd name="connsiteY8-282" fmla="*/ 1159518 h 1424419"/>
              <a:gd name="connsiteX9-283" fmla="*/ 1172881 w 1305333"/>
              <a:gd name="connsiteY9-284" fmla="*/ 1179342 h 1424419"/>
              <a:gd name="connsiteX10-285" fmla="*/ 792288 w 1305333"/>
              <a:gd name="connsiteY10-286" fmla="*/ 1385653 h 1424419"/>
              <a:gd name="connsiteX11-287" fmla="*/ 522686 w 1305333"/>
              <a:gd name="connsiteY11-288" fmla="*/ 1384922 h 1424419"/>
              <a:gd name="connsiteX12-289" fmla="*/ 80344 w 1305333"/>
              <a:gd name="connsiteY12-290" fmla="*/ 1139323 h 1424419"/>
              <a:gd name="connsiteX13-291" fmla="*/ 68397 w 1305333"/>
              <a:gd name="connsiteY13-292" fmla="*/ 1130059 h 1424419"/>
              <a:gd name="connsiteX14-293" fmla="*/ 667 w 1305333"/>
              <a:gd name="connsiteY14-294" fmla="*/ 999105 h 1424419"/>
              <a:gd name="connsiteX15-295" fmla="*/ 0 w 1305333"/>
              <a:gd name="connsiteY15-296" fmla="*/ 972364 h 1424419"/>
              <a:gd name="connsiteX16-297" fmla="*/ 2496 w 1305333"/>
              <a:gd name="connsiteY16-298" fmla="*/ 463106 h 1424419"/>
              <a:gd name="connsiteX17-299" fmla="*/ 2458 w 1305333"/>
              <a:gd name="connsiteY17-300" fmla="*/ 429563 h 1424419"/>
              <a:gd name="connsiteX18-301" fmla="*/ 75248 w 1305333"/>
              <a:gd name="connsiteY18-302" fmla="*/ 303202 h 1424419"/>
              <a:gd name="connsiteX19-303" fmla="*/ 103465 w 1305333"/>
              <a:gd name="connsiteY19-304" fmla="*/ 288252 h 1424419"/>
              <a:gd name="connsiteX20-305" fmla="*/ 541533 w 1305333"/>
              <a:gd name="connsiteY20-306" fmla="*/ 38110 h 1424419"/>
              <a:gd name="connsiteX21-307" fmla="*/ 653528 w 1305333"/>
              <a:gd name="connsiteY21-308" fmla="*/ 0 h 1424419"/>
              <a:gd name="connsiteX0-309" fmla="*/ 653528 w 1305333"/>
              <a:gd name="connsiteY0-310" fmla="*/ 0 h 1424419"/>
              <a:gd name="connsiteX1-311" fmla="*/ 757287 w 1305333"/>
              <a:gd name="connsiteY1-312" fmla="*/ 32444 h 1424419"/>
              <a:gd name="connsiteX2-313" fmla="*/ 1206876 w 1305333"/>
              <a:gd name="connsiteY2-314" fmla="*/ 284945 h 1424419"/>
              <a:gd name="connsiteX3-315" fmla="*/ 1233464 w 1305333"/>
              <a:gd name="connsiteY3-316" fmla="*/ 306775 h 1424419"/>
              <a:gd name="connsiteX4-317" fmla="*/ 1301712 w 1305333"/>
              <a:gd name="connsiteY4-318" fmla="*/ 442384 h 1424419"/>
              <a:gd name="connsiteX5-319" fmla="*/ 1303099 w 1305333"/>
              <a:gd name="connsiteY5-320" fmla="*/ 495558 h 1424419"/>
              <a:gd name="connsiteX6-321" fmla="*/ 1303099 w 1305333"/>
              <a:gd name="connsiteY6-322" fmla="*/ 952393 h 1424419"/>
              <a:gd name="connsiteX7-323" fmla="*/ 1305306 w 1305333"/>
              <a:gd name="connsiteY7-324" fmla="*/ 990115 h 1424419"/>
              <a:gd name="connsiteX8-325" fmla="*/ 1193590 w 1305333"/>
              <a:gd name="connsiteY8-326" fmla="*/ 1159518 h 1424419"/>
              <a:gd name="connsiteX9-327" fmla="*/ 1172881 w 1305333"/>
              <a:gd name="connsiteY9-328" fmla="*/ 1179342 h 1424419"/>
              <a:gd name="connsiteX10-329" fmla="*/ 792288 w 1305333"/>
              <a:gd name="connsiteY10-330" fmla="*/ 1385653 h 1424419"/>
              <a:gd name="connsiteX11-331" fmla="*/ 522686 w 1305333"/>
              <a:gd name="connsiteY11-332" fmla="*/ 1384922 h 1424419"/>
              <a:gd name="connsiteX12-333" fmla="*/ 80344 w 1305333"/>
              <a:gd name="connsiteY12-334" fmla="*/ 1139323 h 1424419"/>
              <a:gd name="connsiteX13-335" fmla="*/ 68397 w 1305333"/>
              <a:gd name="connsiteY13-336" fmla="*/ 1130059 h 1424419"/>
              <a:gd name="connsiteX14-337" fmla="*/ 667 w 1305333"/>
              <a:gd name="connsiteY14-338" fmla="*/ 999105 h 1424419"/>
              <a:gd name="connsiteX15-339" fmla="*/ 0 w 1305333"/>
              <a:gd name="connsiteY15-340" fmla="*/ 972364 h 1424419"/>
              <a:gd name="connsiteX16-341" fmla="*/ 2496 w 1305333"/>
              <a:gd name="connsiteY16-342" fmla="*/ 463106 h 1424419"/>
              <a:gd name="connsiteX17-343" fmla="*/ 2458 w 1305333"/>
              <a:gd name="connsiteY17-344" fmla="*/ 429563 h 1424419"/>
              <a:gd name="connsiteX18-345" fmla="*/ 75248 w 1305333"/>
              <a:gd name="connsiteY18-346" fmla="*/ 303202 h 1424419"/>
              <a:gd name="connsiteX19-347" fmla="*/ 103465 w 1305333"/>
              <a:gd name="connsiteY19-348" fmla="*/ 288252 h 1424419"/>
              <a:gd name="connsiteX20-349" fmla="*/ 541533 w 1305333"/>
              <a:gd name="connsiteY20-350" fmla="*/ 38110 h 1424419"/>
              <a:gd name="connsiteX21-351" fmla="*/ 653528 w 1305333"/>
              <a:gd name="connsiteY21-352" fmla="*/ 0 h 1424419"/>
              <a:gd name="connsiteX0-353" fmla="*/ 653528 w 1305333"/>
              <a:gd name="connsiteY0-354" fmla="*/ 0 h 1424419"/>
              <a:gd name="connsiteX1-355" fmla="*/ 757287 w 1305333"/>
              <a:gd name="connsiteY1-356" fmla="*/ 32444 h 1424419"/>
              <a:gd name="connsiteX2-357" fmla="*/ 1206876 w 1305333"/>
              <a:gd name="connsiteY2-358" fmla="*/ 284945 h 1424419"/>
              <a:gd name="connsiteX3-359" fmla="*/ 1233464 w 1305333"/>
              <a:gd name="connsiteY3-360" fmla="*/ 306775 h 1424419"/>
              <a:gd name="connsiteX4-361" fmla="*/ 1301712 w 1305333"/>
              <a:gd name="connsiteY4-362" fmla="*/ 442384 h 1424419"/>
              <a:gd name="connsiteX5-363" fmla="*/ 1303099 w 1305333"/>
              <a:gd name="connsiteY5-364" fmla="*/ 495558 h 1424419"/>
              <a:gd name="connsiteX6-365" fmla="*/ 1303099 w 1305333"/>
              <a:gd name="connsiteY6-366" fmla="*/ 952393 h 1424419"/>
              <a:gd name="connsiteX7-367" fmla="*/ 1305306 w 1305333"/>
              <a:gd name="connsiteY7-368" fmla="*/ 990115 h 1424419"/>
              <a:gd name="connsiteX8-369" fmla="*/ 1193590 w 1305333"/>
              <a:gd name="connsiteY8-370" fmla="*/ 1159518 h 1424419"/>
              <a:gd name="connsiteX9-371" fmla="*/ 1172881 w 1305333"/>
              <a:gd name="connsiteY9-372" fmla="*/ 1179342 h 1424419"/>
              <a:gd name="connsiteX10-373" fmla="*/ 792288 w 1305333"/>
              <a:gd name="connsiteY10-374" fmla="*/ 1385653 h 1424419"/>
              <a:gd name="connsiteX11-375" fmla="*/ 522686 w 1305333"/>
              <a:gd name="connsiteY11-376" fmla="*/ 1384922 h 1424419"/>
              <a:gd name="connsiteX12-377" fmla="*/ 80344 w 1305333"/>
              <a:gd name="connsiteY12-378" fmla="*/ 1139323 h 1424419"/>
              <a:gd name="connsiteX13-379" fmla="*/ 68397 w 1305333"/>
              <a:gd name="connsiteY13-380" fmla="*/ 1130059 h 1424419"/>
              <a:gd name="connsiteX14-381" fmla="*/ 667 w 1305333"/>
              <a:gd name="connsiteY14-382" fmla="*/ 999105 h 1424419"/>
              <a:gd name="connsiteX15-383" fmla="*/ 0 w 1305333"/>
              <a:gd name="connsiteY15-384" fmla="*/ 972364 h 1424419"/>
              <a:gd name="connsiteX16-385" fmla="*/ 2496 w 1305333"/>
              <a:gd name="connsiteY16-386" fmla="*/ 463106 h 1424419"/>
              <a:gd name="connsiteX17-387" fmla="*/ 2458 w 1305333"/>
              <a:gd name="connsiteY17-388" fmla="*/ 429563 h 1424419"/>
              <a:gd name="connsiteX18-389" fmla="*/ 75248 w 1305333"/>
              <a:gd name="connsiteY18-390" fmla="*/ 303202 h 1424419"/>
              <a:gd name="connsiteX19-391" fmla="*/ 106293 w 1305333"/>
              <a:gd name="connsiteY19-392" fmla="*/ 282597 h 1424419"/>
              <a:gd name="connsiteX20-393" fmla="*/ 541533 w 1305333"/>
              <a:gd name="connsiteY20-394" fmla="*/ 38110 h 1424419"/>
              <a:gd name="connsiteX21-395" fmla="*/ 653528 w 1305333"/>
              <a:gd name="connsiteY21-396" fmla="*/ 0 h 1424419"/>
              <a:gd name="connsiteX0-397" fmla="*/ 653528 w 1305333"/>
              <a:gd name="connsiteY0-398" fmla="*/ 0 h 1424419"/>
              <a:gd name="connsiteX1-399" fmla="*/ 757287 w 1305333"/>
              <a:gd name="connsiteY1-400" fmla="*/ 32444 h 1424419"/>
              <a:gd name="connsiteX2-401" fmla="*/ 1206876 w 1305333"/>
              <a:gd name="connsiteY2-402" fmla="*/ 284945 h 1424419"/>
              <a:gd name="connsiteX3-403" fmla="*/ 1237706 w 1305333"/>
              <a:gd name="connsiteY3-404" fmla="*/ 306775 h 1424419"/>
              <a:gd name="connsiteX4-405" fmla="*/ 1301712 w 1305333"/>
              <a:gd name="connsiteY4-406" fmla="*/ 442384 h 1424419"/>
              <a:gd name="connsiteX5-407" fmla="*/ 1303099 w 1305333"/>
              <a:gd name="connsiteY5-408" fmla="*/ 495558 h 1424419"/>
              <a:gd name="connsiteX6-409" fmla="*/ 1303099 w 1305333"/>
              <a:gd name="connsiteY6-410" fmla="*/ 952393 h 1424419"/>
              <a:gd name="connsiteX7-411" fmla="*/ 1305306 w 1305333"/>
              <a:gd name="connsiteY7-412" fmla="*/ 990115 h 1424419"/>
              <a:gd name="connsiteX8-413" fmla="*/ 1193590 w 1305333"/>
              <a:gd name="connsiteY8-414" fmla="*/ 1159518 h 1424419"/>
              <a:gd name="connsiteX9-415" fmla="*/ 1172881 w 1305333"/>
              <a:gd name="connsiteY9-416" fmla="*/ 1179342 h 1424419"/>
              <a:gd name="connsiteX10-417" fmla="*/ 792288 w 1305333"/>
              <a:gd name="connsiteY10-418" fmla="*/ 1385653 h 1424419"/>
              <a:gd name="connsiteX11-419" fmla="*/ 522686 w 1305333"/>
              <a:gd name="connsiteY11-420" fmla="*/ 1384922 h 1424419"/>
              <a:gd name="connsiteX12-421" fmla="*/ 80344 w 1305333"/>
              <a:gd name="connsiteY12-422" fmla="*/ 1139323 h 1424419"/>
              <a:gd name="connsiteX13-423" fmla="*/ 68397 w 1305333"/>
              <a:gd name="connsiteY13-424" fmla="*/ 1130059 h 1424419"/>
              <a:gd name="connsiteX14-425" fmla="*/ 667 w 1305333"/>
              <a:gd name="connsiteY14-426" fmla="*/ 999105 h 1424419"/>
              <a:gd name="connsiteX15-427" fmla="*/ 0 w 1305333"/>
              <a:gd name="connsiteY15-428" fmla="*/ 972364 h 1424419"/>
              <a:gd name="connsiteX16-429" fmla="*/ 2496 w 1305333"/>
              <a:gd name="connsiteY16-430" fmla="*/ 463106 h 1424419"/>
              <a:gd name="connsiteX17-431" fmla="*/ 2458 w 1305333"/>
              <a:gd name="connsiteY17-432" fmla="*/ 429563 h 1424419"/>
              <a:gd name="connsiteX18-433" fmla="*/ 75248 w 1305333"/>
              <a:gd name="connsiteY18-434" fmla="*/ 303202 h 1424419"/>
              <a:gd name="connsiteX19-435" fmla="*/ 106293 w 1305333"/>
              <a:gd name="connsiteY19-436" fmla="*/ 282597 h 1424419"/>
              <a:gd name="connsiteX20-437" fmla="*/ 541533 w 1305333"/>
              <a:gd name="connsiteY20-438" fmla="*/ 38110 h 1424419"/>
              <a:gd name="connsiteX21-439" fmla="*/ 653528 w 1305333"/>
              <a:gd name="connsiteY21-440" fmla="*/ 0 h 1424419"/>
              <a:gd name="connsiteX0-441" fmla="*/ 653528 w 1305333"/>
              <a:gd name="connsiteY0-442" fmla="*/ 0 h 1424419"/>
              <a:gd name="connsiteX1-443" fmla="*/ 757287 w 1305333"/>
              <a:gd name="connsiteY1-444" fmla="*/ 32444 h 1424419"/>
              <a:gd name="connsiteX2-445" fmla="*/ 1206876 w 1305333"/>
              <a:gd name="connsiteY2-446" fmla="*/ 284945 h 1424419"/>
              <a:gd name="connsiteX3-447" fmla="*/ 1237706 w 1305333"/>
              <a:gd name="connsiteY3-448" fmla="*/ 306775 h 1424419"/>
              <a:gd name="connsiteX4-449" fmla="*/ 1301712 w 1305333"/>
              <a:gd name="connsiteY4-450" fmla="*/ 442384 h 1424419"/>
              <a:gd name="connsiteX5-451" fmla="*/ 1303099 w 1305333"/>
              <a:gd name="connsiteY5-452" fmla="*/ 495558 h 1424419"/>
              <a:gd name="connsiteX6-453" fmla="*/ 1303099 w 1305333"/>
              <a:gd name="connsiteY6-454" fmla="*/ 952393 h 1424419"/>
              <a:gd name="connsiteX7-455" fmla="*/ 1305306 w 1305333"/>
              <a:gd name="connsiteY7-456" fmla="*/ 990115 h 1424419"/>
              <a:gd name="connsiteX8-457" fmla="*/ 1211970 w 1305333"/>
              <a:gd name="connsiteY8-458" fmla="*/ 1149621 h 1424419"/>
              <a:gd name="connsiteX9-459" fmla="*/ 1172881 w 1305333"/>
              <a:gd name="connsiteY9-460" fmla="*/ 1179342 h 1424419"/>
              <a:gd name="connsiteX10-461" fmla="*/ 792288 w 1305333"/>
              <a:gd name="connsiteY10-462" fmla="*/ 1385653 h 1424419"/>
              <a:gd name="connsiteX11-463" fmla="*/ 522686 w 1305333"/>
              <a:gd name="connsiteY11-464" fmla="*/ 1384922 h 1424419"/>
              <a:gd name="connsiteX12-465" fmla="*/ 80344 w 1305333"/>
              <a:gd name="connsiteY12-466" fmla="*/ 1139323 h 1424419"/>
              <a:gd name="connsiteX13-467" fmla="*/ 68397 w 1305333"/>
              <a:gd name="connsiteY13-468" fmla="*/ 1130059 h 1424419"/>
              <a:gd name="connsiteX14-469" fmla="*/ 667 w 1305333"/>
              <a:gd name="connsiteY14-470" fmla="*/ 999105 h 1424419"/>
              <a:gd name="connsiteX15-471" fmla="*/ 0 w 1305333"/>
              <a:gd name="connsiteY15-472" fmla="*/ 972364 h 1424419"/>
              <a:gd name="connsiteX16-473" fmla="*/ 2496 w 1305333"/>
              <a:gd name="connsiteY16-474" fmla="*/ 463106 h 1424419"/>
              <a:gd name="connsiteX17-475" fmla="*/ 2458 w 1305333"/>
              <a:gd name="connsiteY17-476" fmla="*/ 429563 h 1424419"/>
              <a:gd name="connsiteX18-477" fmla="*/ 75248 w 1305333"/>
              <a:gd name="connsiteY18-478" fmla="*/ 303202 h 1424419"/>
              <a:gd name="connsiteX19-479" fmla="*/ 106293 w 1305333"/>
              <a:gd name="connsiteY19-480" fmla="*/ 282597 h 1424419"/>
              <a:gd name="connsiteX20-481" fmla="*/ 541533 w 1305333"/>
              <a:gd name="connsiteY20-482" fmla="*/ 38110 h 1424419"/>
              <a:gd name="connsiteX21-483" fmla="*/ 653528 w 1305333"/>
              <a:gd name="connsiteY21-484" fmla="*/ 0 h 1424419"/>
              <a:gd name="connsiteX0-485" fmla="*/ 653528 w 1305333"/>
              <a:gd name="connsiteY0-486" fmla="*/ 0 h 1424419"/>
              <a:gd name="connsiteX1-487" fmla="*/ 757287 w 1305333"/>
              <a:gd name="connsiteY1-488" fmla="*/ 32444 h 1424419"/>
              <a:gd name="connsiteX2-489" fmla="*/ 1206876 w 1305333"/>
              <a:gd name="connsiteY2-490" fmla="*/ 284945 h 1424419"/>
              <a:gd name="connsiteX3-491" fmla="*/ 1237706 w 1305333"/>
              <a:gd name="connsiteY3-492" fmla="*/ 306775 h 1424419"/>
              <a:gd name="connsiteX4-493" fmla="*/ 1301712 w 1305333"/>
              <a:gd name="connsiteY4-494" fmla="*/ 442384 h 1424419"/>
              <a:gd name="connsiteX5-495" fmla="*/ 1303099 w 1305333"/>
              <a:gd name="connsiteY5-496" fmla="*/ 495558 h 1424419"/>
              <a:gd name="connsiteX6-497" fmla="*/ 1303099 w 1305333"/>
              <a:gd name="connsiteY6-498" fmla="*/ 952393 h 1424419"/>
              <a:gd name="connsiteX7-499" fmla="*/ 1305306 w 1305333"/>
              <a:gd name="connsiteY7-500" fmla="*/ 990115 h 1424419"/>
              <a:gd name="connsiteX8-501" fmla="*/ 1236006 w 1305333"/>
              <a:gd name="connsiteY8-502" fmla="*/ 1160932 h 1424419"/>
              <a:gd name="connsiteX9-503" fmla="*/ 1172881 w 1305333"/>
              <a:gd name="connsiteY9-504" fmla="*/ 1179342 h 1424419"/>
              <a:gd name="connsiteX10-505" fmla="*/ 792288 w 1305333"/>
              <a:gd name="connsiteY10-506" fmla="*/ 1385653 h 1424419"/>
              <a:gd name="connsiteX11-507" fmla="*/ 522686 w 1305333"/>
              <a:gd name="connsiteY11-508" fmla="*/ 1384922 h 1424419"/>
              <a:gd name="connsiteX12-509" fmla="*/ 80344 w 1305333"/>
              <a:gd name="connsiteY12-510" fmla="*/ 1139323 h 1424419"/>
              <a:gd name="connsiteX13-511" fmla="*/ 68397 w 1305333"/>
              <a:gd name="connsiteY13-512" fmla="*/ 1130059 h 1424419"/>
              <a:gd name="connsiteX14-513" fmla="*/ 667 w 1305333"/>
              <a:gd name="connsiteY14-514" fmla="*/ 999105 h 1424419"/>
              <a:gd name="connsiteX15-515" fmla="*/ 0 w 1305333"/>
              <a:gd name="connsiteY15-516" fmla="*/ 972364 h 1424419"/>
              <a:gd name="connsiteX16-517" fmla="*/ 2496 w 1305333"/>
              <a:gd name="connsiteY16-518" fmla="*/ 463106 h 1424419"/>
              <a:gd name="connsiteX17-519" fmla="*/ 2458 w 1305333"/>
              <a:gd name="connsiteY17-520" fmla="*/ 429563 h 1424419"/>
              <a:gd name="connsiteX18-521" fmla="*/ 75248 w 1305333"/>
              <a:gd name="connsiteY18-522" fmla="*/ 303202 h 1424419"/>
              <a:gd name="connsiteX19-523" fmla="*/ 106293 w 1305333"/>
              <a:gd name="connsiteY19-524" fmla="*/ 282597 h 1424419"/>
              <a:gd name="connsiteX20-525" fmla="*/ 541533 w 1305333"/>
              <a:gd name="connsiteY20-526" fmla="*/ 38110 h 1424419"/>
              <a:gd name="connsiteX21-527" fmla="*/ 653528 w 1305333"/>
              <a:gd name="connsiteY21-528" fmla="*/ 0 h 1424419"/>
              <a:gd name="connsiteX0-529" fmla="*/ 653528 w 1313169"/>
              <a:gd name="connsiteY0-530" fmla="*/ 0 h 1424419"/>
              <a:gd name="connsiteX1-531" fmla="*/ 757287 w 1313169"/>
              <a:gd name="connsiteY1-532" fmla="*/ 32444 h 1424419"/>
              <a:gd name="connsiteX2-533" fmla="*/ 1206876 w 1313169"/>
              <a:gd name="connsiteY2-534" fmla="*/ 284945 h 1424419"/>
              <a:gd name="connsiteX3-535" fmla="*/ 1237706 w 1313169"/>
              <a:gd name="connsiteY3-536" fmla="*/ 306775 h 1424419"/>
              <a:gd name="connsiteX4-537" fmla="*/ 1301712 w 1313169"/>
              <a:gd name="connsiteY4-538" fmla="*/ 442384 h 1424419"/>
              <a:gd name="connsiteX5-539" fmla="*/ 1303099 w 1313169"/>
              <a:gd name="connsiteY5-540" fmla="*/ 495558 h 1424419"/>
              <a:gd name="connsiteX6-541" fmla="*/ 1303099 w 1313169"/>
              <a:gd name="connsiteY6-542" fmla="*/ 952393 h 1424419"/>
              <a:gd name="connsiteX7-543" fmla="*/ 1305306 w 1313169"/>
              <a:gd name="connsiteY7-544" fmla="*/ 990115 h 1424419"/>
              <a:gd name="connsiteX8-545" fmla="*/ 1271352 w 1313169"/>
              <a:gd name="connsiteY8-546" fmla="*/ 1142552 h 1424419"/>
              <a:gd name="connsiteX9-547" fmla="*/ 1172881 w 1313169"/>
              <a:gd name="connsiteY9-548" fmla="*/ 1179342 h 1424419"/>
              <a:gd name="connsiteX10-549" fmla="*/ 792288 w 1313169"/>
              <a:gd name="connsiteY10-550" fmla="*/ 1385653 h 1424419"/>
              <a:gd name="connsiteX11-551" fmla="*/ 522686 w 1313169"/>
              <a:gd name="connsiteY11-552" fmla="*/ 1384922 h 1424419"/>
              <a:gd name="connsiteX12-553" fmla="*/ 80344 w 1313169"/>
              <a:gd name="connsiteY12-554" fmla="*/ 1139323 h 1424419"/>
              <a:gd name="connsiteX13-555" fmla="*/ 68397 w 1313169"/>
              <a:gd name="connsiteY13-556" fmla="*/ 1130059 h 1424419"/>
              <a:gd name="connsiteX14-557" fmla="*/ 667 w 1313169"/>
              <a:gd name="connsiteY14-558" fmla="*/ 999105 h 1424419"/>
              <a:gd name="connsiteX15-559" fmla="*/ 0 w 1313169"/>
              <a:gd name="connsiteY15-560" fmla="*/ 972364 h 1424419"/>
              <a:gd name="connsiteX16-561" fmla="*/ 2496 w 1313169"/>
              <a:gd name="connsiteY16-562" fmla="*/ 463106 h 1424419"/>
              <a:gd name="connsiteX17-563" fmla="*/ 2458 w 1313169"/>
              <a:gd name="connsiteY17-564" fmla="*/ 429563 h 1424419"/>
              <a:gd name="connsiteX18-565" fmla="*/ 75248 w 1313169"/>
              <a:gd name="connsiteY18-566" fmla="*/ 303202 h 1424419"/>
              <a:gd name="connsiteX19-567" fmla="*/ 106293 w 1313169"/>
              <a:gd name="connsiteY19-568" fmla="*/ 282597 h 1424419"/>
              <a:gd name="connsiteX20-569" fmla="*/ 541533 w 1313169"/>
              <a:gd name="connsiteY20-570" fmla="*/ 38110 h 1424419"/>
              <a:gd name="connsiteX21-571" fmla="*/ 653528 w 1313169"/>
              <a:gd name="connsiteY21-572" fmla="*/ 0 h 1424419"/>
              <a:gd name="connsiteX0-573" fmla="*/ 653528 w 1306267"/>
              <a:gd name="connsiteY0-574" fmla="*/ 0 h 1424419"/>
              <a:gd name="connsiteX1-575" fmla="*/ 757287 w 1306267"/>
              <a:gd name="connsiteY1-576" fmla="*/ 32444 h 1424419"/>
              <a:gd name="connsiteX2-577" fmla="*/ 1206876 w 1306267"/>
              <a:gd name="connsiteY2-578" fmla="*/ 284945 h 1424419"/>
              <a:gd name="connsiteX3-579" fmla="*/ 1237706 w 1306267"/>
              <a:gd name="connsiteY3-580" fmla="*/ 306775 h 1424419"/>
              <a:gd name="connsiteX4-581" fmla="*/ 1301712 w 1306267"/>
              <a:gd name="connsiteY4-582" fmla="*/ 442384 h 1424419"/>
              <a:gd name="connsiteX5-583" fmla="*/ 1303099 w 1306267"/>
              <a:gd name="connsiteY5-584" fmla="*/ 495558 h 1424419"/>
              <a:gd name="connsiteX6-585" fmla="*/ 1303099 w 1306267"/>
              <a:gd name="connsiteY6-586" fmla="*/ 952393 h 1424419"/>
              <a:gd name="connsiteX7-587" fmla="*/ 1305306 w 1306267"/>
              <a:gd name="connsiteY7-588" fmla="*/ 990115 h 1424419"/>
              <a:gd name="connsiteX8-589" fmla="*/ 1255800 w 1306267"/>
              <a:gd name="connsiteY8-590" fmla="*/ 1142552 h 1424419"/>
              <a:gd name="connsiteX9-591" fmla="*/ 1172881 w 1306267"/>
              <a:gd name="connsiteY9-592" fmla="*/ 1179342 h 1424419"/>
              <a:gd name="connsiteX10-593" fmla="*/ 792288 w 1306267"/>
              <a:gd name="connsiteY10-594" fmla="*/ 1385653 h 1424419"/>
              <a:gd name="connsiteX11-595" fmla="*/ 522686 w 1306267"/>
              <a:gd name="connsiteY11-596" fmla="*/ 1384922 h 1424419"/>
              <a:gd name="connsiteX12-597" fmla="*/ 80344 w 1306267"/>
              <a:gd name="connsiteY12-598" fmla="*/ 1139323 h 1424419"/>
              <a:gd name="connsiteX13-599" fmla="*/ 68397 w 1306267"/>
              <a:gd name="connsiteY13-600" fmla="*/ 1130059 h 1424419"/>
              <a:gd name="connsiteX14-601" fmla="*/ 667 w 1306267"/>
              <a:gd name="connsiteY14-602" fmla="*/ 999105 h 1424419"/>
              <a:gd name="connsiteX15-603" fmla="*/ 0 w 1306267"/>
              <a:gd name="connsiteY15-604" fmla="*/ 972364 h 1424419"/>
              <a:gd name="connsiteX16-605" fmla="*/ 2496 w 1306267"/>
              <a:gd name="connsiteY16-606" fmla="*/ 463106 h 1424419"/>
              <a:gd name="connsiteX17-607" fmla="*/ 2458 w 1306267"/>
              <a:gd name="connsiteY17-608" fmla="*/ 429563 h 1424419"/>
              <a:gd name="connsiteX18-609" fmla="*/ 75248 w 1306267"/>
              <a:gd name="connsiteY18-610" fmla="*/ 303202 h 1424419"/>
              <a:gd name="connsiteX19-611" fmla="*/ 106293 w 1306267"/>
              <a:gd name="connsiteY19-612" fmla="*/ 282597 h 1424419"/>
              <a:gd name="connsiteX20-613" fmla="*/ 541533 w 1306267"/>
              <a:gd name="connsiteY20-614" fmla="*/ 38110 h 1424419"/>
              <a:gd name="connsiteX21-615" fmla="*/ 653528 w 1306267"/>
              <a:gd name="connsiteY21-616" fmla="*/ 0 h 1424419"/>
              <a:gd name="connsiteX0-617" fmla="*/ 653528 w 1306267"/>
              <a:gd name="connsiteY0-618" fmla="*/ 0 h 1424419"/>
              <a:gd name="connsiteX1-619" fmla="*/ 757287 w 1306267"/>
              <a:gd name="connsiteY1-620" fmla="*/ 32444 h 1424419"/>
              <a:gd name="connsiteX2-621" fmla="*/ 1206876 w 1306267"/>
              <a:gd name="connsiteY2-622" fmla="*/ 284945 h 1424419"/>
              <a:gd name="connsiteX3-623" fmla="*/ 1237706 w 1306267"/>
              <a:gd name="connsiteY3-624" fmla="*/ 306775 h 1424419"/>
              <a:gd name="connsiteX4-625" fmla="*/ 1301712 w 1306267"/>
              <a:gd name="connsiteY4-626" fmla="*/ 442384 h 1424419"/>
              <a:gd name="connsiteX5-627" fmla="*/ 1303099 w 1306267"/>
              <a:gd name="connsiteY5-628" fmla="*/ 495558 h 1424419"/>
              <a:gd name="connsiteX6-629" fmla="*/ 1303099 w 1306267"/>
              <a:gd name="connsiteY6-630" fmla="*/ 952393 h 1424419"/>
              <a:gd name="connsiteX7-631" fmla="*/ 1305306 w 1306267"/>
              <a:gd name="connsiteY7-632" fmla="*/ 990115 h 1424419"/>
              <a:gd name="connsiteX8-633" fmla="*/ 1255800 w 1306267"/>
              <a:gd name="connsiteY8-634" fmla="*/ 1142552 h 1424419"/>
              <a:gd name="connsiteX9-635" fmla="*/ 1172881 w 1306267"/>
              <a:gd name="connsiteY9-636" fmla="*/ 1179342 h 1424419"/>
              <a:gd name="connsiteX10-637" fmla="*/ 792288 w 1306267"/>
              <a:gd name="connsiteY10-638" fmla="*/ 1385653 h 1424419"/>
              <a:gd name="connsiteX11-639" fmla="*/ 522686 w 1306267"/>
              <a:gd name="connsiteY11-640" fmla="*/ 1384922 h 1424419"/>
              <a:gd name="connsiteX12-641" fmla="*/ 80344 w 1306267"/>
              <a:gd name="connsiteY12-642" fmla="*/ 1139323 h 1424419"/>
              <a:gd name="connsiteX13-643" fmla="*/ 61328 w 1306267"/>
              <a:gd name="connsiteY13-644" fmla="*/ 1127231 h 1424419"/>
              <a:gd name="connsiteX14-645" fmla="*/ 667 w 1306267"/>
              <a:gd name="connsiteY14-646" fmla="*/ 999105 h 1424419"/>
              <a:gd name="connsiteX15-647" fmla="*/ 0 w 1306267"/>
              <a:gd name="connsiteY15-648" fmla="*/ 972364 h 1424419"/>
              <a:gd name="connsiteX16-649" fmla="*/ 2496 w 1306267"/>
              <a:gd name="connsiteY16-650" fmla="*/ 463106 h 1424419"/>
              <a:gd name="connsiteX17-651" fmla="*/ 2458 w 1306267"/>
              <a:gd name="connsiteY17-652" fmla="*/ 429563 h 1424419"/>
              <a:gd name="connsiteX18-653" fmla="*/ 75248 w 1306267"/>
              <a:gd name="connsiteY18-654" fmla="*/ 303202 h 1424419"/>
              <a:gd name="connsiteX19-655" fmla="*/ 106293 w 1306267"/>
              <a:gd name="connsiteY19-656" fmla="*/ 282597 h 1424419"/>
              <a:gd name="connsiteX20-657" fmla="*/ 541533 w 1306267"/>
              <a:gd name="connsiteY20-658" fmla="*/ 38110 h 1424419"/>
              <a:gd name="connsiteX21-659" fmla="*/ 653528 w 1306267"/>
              <a:gd name="connsiteY21-660" fmla="*/ 0 h 1424419"/>
              <a:gd name="connsiteX0-661" fmla="*/ 653528 w 1306267"/>
              <a:gd name="connsiteY0-662" fmla="*/ 0 h 1424419"/>
              <a:gd name="connsiteX1-663" fmla="*/ 757287 w 1306267"/>
              <a:gd name="connsiteY1-664" fmla="*/ 32444 h 1424419"/>
              <a:gd name="connsiteX2-665" fmla="*/ 1206876 w 1306267"/>
              <a:gd name="connsiteY2-666" fmla="*/ 284945 h 1424419"/>
              <a:gd name="connsiteX3-667" fmla="*/ 1237706 w 1306267"/>
              <a:gd name="connsiteY3-668" fmla="*/ 306775 h 1424419"/>
              <a:gd name="connsiteX4-669" fmla="*/ 1301712 w 1306267"/>
              <a:gd name="connsiteY4-670" fmla="*/ 442384 h 1424419"/>
              <a:gd name="connsiteX5-671" fmla="*/ 1303099 w 1306267"/>
              <a:gd name="connsiteY5-672" fmla="*/ 495558 h 1424419"/>
              <a:gd name="connsiteX6-673" fmla="*/ 1303099 w 1306267"/>
              <a:gd name="connsiteY6-674" fmla="*/ 952393 h 1424419"/>
              <a:gd name="connsiteX7-675" fmla="*/ 1305306 w 1306267"/>
              <a:gd name="connsiteY7-676" fmla="*/ 990115 h 1424419"/>
              <a:gd name="connsiteX8-677" fmla="*/ 1255800 w 1306267"/>
              <a:gd name="connsiteY8-678" fmla="*/ 1142552 h 1424419"/>
              <a:gd name="connsiteX9-679" fmla="*/ 1172881 w 1306267"/>
              <a:gd name="connsiteY9-680" fmla="*/ 1179342 h 1424419"/>
              <a:gd name="connsiteX10-681" fmla="*/ 792288 w 1306267"/>
              <a:gd name="connsiteY10-682" fmla="*/ 1385653 h 1424419"/>
              <a:gd name="connsiteX11-683" fmla="*/ 522686 w 1306267"/>
              <a:gd name="connsiteY11-684" fmla="*/ 1384922 h 1424419"/>
              <a:gd name="connsiteX12-685" fmla="*/ 80344 w 1306267"/>
              <a:gd name="connsiteY12-686" fmla="*/ 1139323 h 1424419"/>
              <a:gd name="connsiteX13-687" fmla="*/ 61328 w 1306267"/>
              <a:gd name="connsiteY13-688" fmla="*/ 1127231 h 1424419"/>
              <a:gd name="connsiteX14-689" fmla="*/ 667 w 1306267"/>
              <a:gd name="connsiteY14-690" fmla="*/ 999105 h 1424419"/>
              <a:gd name="connsiteX15-691" fmla="*/ 0 w 1306267"/>
              <a:gd name="connsiteY15-692" fmla="*/ 972364 h 1424419"/>
              <a:gd name="connsiteX16-693" fmla="*/ 2496 w 1306267"/>
              <a:gd name="connsiteY16-694" fmla="*/ 463106 h 1424419"/>
              <a:gd name="connsiteX17-695" fmla="*/ 2458 w 1306267"/>
              <a:gd name="connsiteY17-696" fmla="*/ 429563 h 1424419"/>
              <a:gd name="connsiteX18-697" fmla="*/ 75248 w 1306267"/>
              <a:gd name="connsiteY18-698" fmla="*/ 303202 h 1424419"/>
              <a:gd name="connsiteX19-699" fmla="*/ 106293 w 1306267"/>
              <a:gd name="connsiteY19-700" fmla="*/ 282597 h 1424419"/>
              <a:gd name="connsiteX20-701" fmla="*/ 541533 w 1306267"/>
              <a:gd name="connsiteY20-702" fmla="*/ 38110 h 1424419"/>
              <a:gd name="connsiteX21-703" fmla="*/ 653528 w 1306267"/>
              <a:gd name="connsiteY21-704" fmla="*/ 0 h 1424419"/>
              <a:gd name="connsiteX0-705" fmla="*/ 653528 w 1306267"/>
              <a:gd name="connsiteY0-706" fmla="*/ 0 h 1424419"/>
              <a:gd name="connsiteX1-707" fmla="*/ 757287 w 1306267"/>
              <a:gd name="connsiteY1-708" fmla="*/ 32444 h 1424419"/>
              <a:gd name="connsiteX2-709" fmla="*/ 1206876 w 1306267"/>
              <a:gd name="connsiteY2-710" fmla="*/ 284945 h 1424419"/>
              <a:gd name="connsiteX3-711" fmla="*/ 1237706 w 1306267"/>
              <a:gd name="connsiteY3-712" fmla="*/ 306775 h 1424419"/>
              <a:gd name="connsiteX4-713" fmla="*/ 1301712 w 1306267"/>
              <a:gd name="connsiteY4-714" fmla="*/ 442384 h 1424419"/>
              <a:gd name="connsiteX5-715" fmla="*/ 1303099 w 1306267"/>
              <a:gd name="connsiteY5-716" fmla="*/ 495558 h 1424419"/>
              <a:gd name="connsiteX6-717" fmla="*/ 1303099 w 1306267"/>
              <a:gd name="connsiteY6-718" fmla="*/ 952393 h 1424419"/>
              <a:gd name="connsiteX7-719" fmla="*/ 1305306 w 1306267"/>
              <a:gd name="connsiteY7-720" fmla="*/ 990115 h 1424419"/>
              <a:gd name="connsiteX8-721" fmla="*/ 1255800 w 1306267"/>
              <a:gd name="connsiteY8-722" fmla="*/ 1142552 h 1424419"/>
              <a:gd name="connsiteX9-723" fmla="*/ 1172881 w 1306267"/>
              <a:gd name="connsiteY9-724" fmla="*/ 1179342 h 1424419"/>
              <a:gd name="connsiteX10-725" fmla="*/ 792288 w 1306267"/>
              <a:gd name="connsiteY10-726" fmla="*/ 1385653 h 1424419"/>
              <a:gd name="connsiteX11-727" fmla="*/ 522686 w 1306267"/>
              <a:gd name="connsiteY11-728" fmla="*/ 1384922 h 1424419"/>
              <a:gd name="connsiteX12-729" fmla="*/ 90241 w 1306267"/>
              <a:gd name="connsiteY12-730" fmla="*/ 1150634 h 1424419"/>
              <a:gd name="connsiteX13-731" fmla="*/ 61328 w 1306267"/>
              <a:gd name="connsiteY13-732" fmla="*/ 1127231 h 1424419"/>
              <a:gd name="connsiteX14-733" fmla="*/ 667 w 1306267"/>
              <a:gd name="connsiteY14-734" fmla="*/ 999105 h 1424419"/>
              <a:gd name="connsiteX15-735" fmla="*/ 0 w 1306267"/>
              <a:gd name="connsiteY15-736" fmla="*/ 972364 h 1424419"/>
              <a:gd name="connsiteX16-737" fmla="*/ 2496 w 1306267"/>
              <a:gd name="connsiteY16-738" fmla="*/ 463106 h 1424419"/>
              <a:gd name="connsiteX17-739" fmla="*/ 2458 w 1306267"/>
              <a:gd name="connsiteY17-740" fmla="*/ 429563 h 1424419"/>
              <a:gd name="connsiteX18-741" fmla="*/ 75248 w 1306267"/>
              <a:gd name="connsiteY18-742" fmla="*/ 303202 h 1424419"/>
              <a:gd name="connsiteX19-743" fmla="*/ 106293 w 1306267"/>
              <a:gd name="connsiteY19-744" fmla="*/ 282597 h 1424419"/>
              <a:gd name="connsiteX20-745" fmla="*/ 541533 w 1306267"/>
              <a:gd name="connsiteY20-746" fmla="*/ 38110 h 1424419"/>
              <a:gd name="connsiteX21-747" fmla="*/ 653528 w 1306267"/>
              <a:gd name="connsiteY21-748" fmla="*/ 0 h 1424419"/>
              <a:gd name="connsiteX0-749" fmla="*/ 653528 w 1306267"/>
              <a:gd name="connsiteY0-750" fmla="*/ 0 h 1424419"/>
              <a:gd name="connsiteX1-751" fmla="*/ 757287 w 1306267"/>
              <a:gd name="connsiteY1-752" fmla="*/ 32444 h 1424419"/>
              <a:gd name="connsiteX2-753" fmla="*/ 1206876 w 1306267"/>
              <a:gd name="connsiteY2-754" fmla="*/ 284945 h 1424419"/>
              <a:gd name="connsiteX3-755" fmla="*/ 1237706 w 1306267"/>
              <a:gd name="connsiteY3-756" fmla="*/ 306775 h 1424419"/>
              <a:gd name="connsiteX4-757" fmla="*/ 1301712 w 1306267"/>
              <a:gd name="connsiteY4-758" fmla="*/ 442384 h 1424419"/>
              <a:gd name="connsiteX5-759" fmla="*/ 1303099 w 1306267"/>
              <a:gd name="connsiteY5-760" fmla="*/ 495558 h 1424419"/>
              <a:gd name="connsiteX6-761" fmla="*/ 1303099 w 1306267"/>
              <a:gd name="connsiteY6-762" fmla="*/ 952393 h 1424419"/>
              <a:gd name="connsiteX7-763" fmla="*/ 1305306 w 1306267"/>
              <a:gd name="connsiteY7-764" fmla="*/ 990115 h 1424419"/>
              <a:gd name="connsiteX8-765" fmla="*/ 1255800 w 1306267"/>
              <a:gd name="connsiteY8-766" fmla="*/ 1142552 h 1424419"/>
              <a:gd name="connsiteX9-767" fmla="*/ 1172881 w 1306267"/>
              <a:gd name="connsiteY9-768" fmla="*/ 1179342 h 1424419"/>
              <a:gd name="connsiteX10-769" fmla="*/ 792288 w 1306267"/>
              <a:gd name="connsiteY10-770" fmla="*/ 1385653 h 1424419"/>
              <a:gd name="connsiteX11-771" fmla="*/ 522686 w 1306267"/>
              <a:gd name="connsiteY11-772" fmla="*/ 1384922 h 1424419"/>
              <a:gd name="connsiteX12-773" fmla="*/ 90241 w 1306267"/>
              <a:gd name="connsiteY12-774" fmla="*/ 1150634 h 1424419"/>
              <a:gd name="connsiteX13-775" fmla="*/ 61328 w 1306267"/>
              <a:gd name="connsiteY13-776" fmla="*/ 1127231 h 1424419"/>
              <a:gd name="connsiteX14-777" fmla="*/ 667 w 1306267"/>
              <a:gd name="connsiteY14-778" fmla="*/ 999105 h 1424419"/>
              <a:gd name="connsiteX15-779" fmla="*/ 0 w 1306267"/>
              <a:gd name="connsiteY15-780" fmla="*/ 972364 h 1424419"/>
              <a:gd name="connsiteX16-781" fmla="*/ 2496 w 1306267"/>
              <a:gd name="connsiteY16-782" fmla="*/ 463106 h 1424419"/>
              <a:gd name="connsiteX17-783" fmla="*/ 2458 w 1306267"/>
              <a:gd name="connsiteY17-784" fmla="*/ 429563 h 1424419"/>
              <a:gd name="connsiteX18-785" fmla="*/ 75248 w 1306267"/>
              <a:gd name="connsiteY18-786" fmla="*/ 303202 h 1424419"/>
              <a:gd name="connsiteX19-787" fmla="*/ 106293 w 1306267"/>
              <a:gd name="connsiteY19-788" fmla="*/ 282597 h 1424419"/>
              <a:gd name="connsiteX20-789" fmla="*/ 541533 w 1306267"/>
              <a:gd name="connsiteY20-790" fmla="*/ 38110 h 1424419"/>
              <a:gd name="connsiteX21-791" fmla="*/ 653528 w 1306267"/>
              <a:gd name="connsiteY21-792" fmla="*/ 0 h 1424419"/>
              <a:gd name="connsiteX0-793" fmla="*/ 653528 w 1306267"/>
              <a:gd name="connsiteY0-794" fmla="*/ 0 h 1424419"/>
              <a:gd name="connsiteX1-795" fmla="*/ 757287 w 1306267"/>
              <a:gd name="connsiteY1-796" fmla="*/ 32444 h 1424419"/>
              <a:gd name="connsiteX2-797" fmla="*/ 1206876 w 1306267"/>
              <a:gd name="connsiteY2-798" fmla="*/ 284945 h 1424419"/>
              <a:gd name="connsiteX3-799" fmla="*/ 1237706 w 1306267"/>
              <a:gd name="connsiteY3-800" fmla="*/ 306775 h 1424419"/>
              <a:gd name="connsiteX4-801" fmla="*/ 1301712 w 1306267"/>
              <a:gd name="connsiteY4-802" fmla="*/ 442384 h 1424419"/>
              <a:gd name="connsiteX5-803" fmla="*/ 1303099 w 1306267"/>
              <a:gd name="connsiteY5-804" fmla="*/ 495558 h 1424419"/>
              <a:gd name="connsiteX6-805" fmla="*/ 1303099 w 1306267"/>
              <a:gd name="connsiteY6-806" fmla="*/ 952393 h 1424419"/>
              <a:gd name="connsiteX7-807" fmla="*/ 1305306 w 1306267"/>
              <a:gd name="connsiteY7-808" fmla="*/ 990115 h 1424419"/>
              <a:gd name="connsiteX8-809" fmla="*/ 1255800 w 1306267"/>
              <a:gd name="connsiteY8-810" fmla="*/ 1142552 h 1424419"/>
              <a:gd name="connsiteX9-811" fmla="*/ 1172881 w 1306267"/>
              <a:gd name="connsiteY9-812" fmla="*/ 1179342 h 1424419"/>
              <a:gd name="connsiteX10-813" fmla="*/ 792288 w 1306267"/>
              <a:gd name="connsiteY10-814" fmla="*/ 1385653 h 1424419"/>
              <a:gd name="connsiteX11-815" fmla="*/ 522686 w 1306267"/>
              <a:gd name="connsiteY11-816" fmla="*/ 1384922 h 1424419"/>
              <a:gd name="connsiteX12-817" fmla="*/ 90241 w 1306267"/>
              <a:gd name="connsiteY12-818" fmla="*/ 1150634 h 1424419"/>
              <a:gd name="connsiteX13-819" fmla="*/ 61328 w 1306267"/>
              <a:gd name="connsiteY13-820" fmla="*/ 1127231 h 1424419"/>
              <a:gd name="connsiteX14-821" fmla="*/ 667 w 1306267"/>
              <a:gd name="connsiteY14-822" fmla="*/ 999105 h 1424419"/>
              <a:gd name="connsiteX15-823" fmla="*/ 0 w 1306267"/>
              <a:gd name="connsiteY15-824" fmla="*/ 972364 h 1424419"/>
              <a:gd name="connsiteX16-825" fmla="*/ 2496 w 1306267"/>
              <a:gd name="connsiteY16-826" fmla="*/ 463106 h 1424419"/>
              <a:gd name="connsiteX17-827" fmla="*/ 2458 w 1306267"/>
              <a:gd name="connsiteY17-828" fmla="*/ 429563 h 1424419"/>
              <a:gd name="connsiteX18-829" fmla="*/ 75248 w 1306267"/>
              <a:gd name="connsiteY18-830" fmla="*/ 303202 h 1424419"/>
              <a:gd name="connsiteX19-831" fmla="*/ 106293 w 1306267"/>
              <a:gd name="connsiteY19-832" fmla="*/ 282597 h 1424419"/>
              <a:gd name="connsiteX20-833" fmla="*/ 541533 w 1306267"/>
              <a:gd name="connsiteY20-834" fmla="*/ 38110 h 1424419"/>
              <a:gd name="connsiteX21-835" fmla="*/ 653528 w 1306267"/>
              <a:gd name="connsiteY21-836" fmla="*/ 0 h 1424419"/>
              <a:gd name="connsiteX0-837" fmla="*/ 653528 w 1306267"/>
              <a:gd name="connsiteY0-838" fmla="*/ 0 h 1424419"/>
              <a:gd name="connsiteX1-839" fmla="*/ 757287 w 1306267"/>
              <a:gd name="connsiteY1-840" fmla="*/ 32444 h 1424419"/>
              <a:gd name="connsiteX2-841" fmla="*/ 1206876 w 1306267"/>
              <a:gd name="connsiteY2-842" fmla="*/ 284945 h 1424419"/>
              <a:gd name="connsiteX3-843" fmla="*/ 1237706 w 1306267"/>
              <a:gd name="connsiteY3-844" fmla="*/ 306775 h 1424419"/>
              <a:gd name="connsiteX4-845" fmla="*/ 1301712 w 1306267"/>
              <a:gd name="connsiteY4-846" fmla="*/ 442384 h 1424419"/>
              <a:gd name="connsiteX5-847" fmla="*/ 1303099 w 1306267"/>
              <a:gd name="connsiteY5-848" fmla="*/ 495558 h 1424419"/>
              <a:gd name="connsiteX6-849" fmla="*/ 1303099 w 1306267"/>
              <a:gd name="connsiteY6-850" fmla="*/ 952393 h 1424419"/>
              <a:gd name="connsiteX7-851" fmla="*/ 1305306 w 1306267"/>
              <a:gd name="connsiteY7-852" fmla="*/ 990115 h 1424419"/>
              <a:gd name="connsiteX8-853" fmla="*/ 1255800 w 1306267"/>
              <a:gd name="connsiteY8-854" fmla="*/ 1142552 h 1424419"/>
              <a:gd name="connsiteX9-855" fmla="*/ 1172881 w 1306267"/>
              <a:gd name="connsiteY9-856" fmla="*/ 1179342 h 1424419"/>
              <a:gd name="connsiteX10-857" fmla="*/ 792288 w 1306267"/>
              <a:gd name="connsiteY10-858" fmla="*/ 1385653 h 1424419"/>
              <a:gd name="connsiteX11-859" fmla="*/ 522686 w 1306267"/>
              <a:gd name="connsiteY11-860" fmla="*/ 1384922 h 1424419"/>
              <a:gd name="connsiteX12-861" fmla="*/ 90241 w 1306267"/>
              <a:gd name="connsiteY12-862" fmla="*/ 1150634 h 1424419"/>
              <a:gd name="connsiteX13-863" fmla="*/ 61328 w 1306267"/>
              <a:gd name="connsiteY13-864" fmla="*/ 1127231 h 1424419"/>
              <a:gd name="connsiteX14-865" fmla="*/ 667 w 1306267"/>
              <a:gd name="connsiteY14-866" fmla="*/ 999105 h 1424419"/>
              <a:gd name="connsiteX15-867" fmla="*/ 0 w 1306267"/>
              <a:gd name="connsiteY15-868" fmla="*/ 972364 h 1424419"/>
              <a:gd name="connsiteX16-869" fmla="*/ 2496 w 1306267"/>
              <a:gd name="connsiteY16-870" fmla="*/ 463106 h 1424419"/>
              <a:gd name="connsiteX17-871" fmla="*/ 2458 w 1306267"/>
              <a:gd name="connsiteY17-872" fmla="*/ 429563 h 1424419"/>
              <a:gd name="connsiteX18-873" fmla="*/ 75248 w 1306267"/>
              <a:gd name="connsiteY18-874" fmla="*/ 303202 h 1424419"/>
              <a:gd name="connsiteX19-875" fmla="*/ 106293 w 1306267"/>
              <a:gd name="connsiteY19-876" fmla="*/ 282597 h 1424419"/>
              <a:gd name="connsiteX20-877" fmla="*/ 541533 w 1306267"/>
              <a:gd name="connsiteY20-878" fmla="*/ 38110 h 1424419"/>
              <a:gd name="connsiteX21-879" fmla="*/ 653528 w 1306267"/>
              <a:gd name="connsiteY21-880" fmla="*/ 0 h 1424419"/>
              <a:gd name="connsiteX0-881" fmla="*/ 653528 w 1306267"/>
              <a:gd name="connsiteY0-882" fmla="*/ 0 h 1424419"/>
              <a:gd name="connsiteX1-883" fmla="*/ 757287 w 1306267"/>
              <a:gd name="connsiteY1-884" fmla="*/ 32444 h 1424419"/>
              <a:gd name="connsiteX2-885" fmla="*/ 1206876 w 1306267"/>
              <a:gd name="connsiteY2-886" fmla="*/ 284945 h 1424419"/>
              <a:gd name="connsiteX3-887" fmla="*/ 1237706 w 1306267"/>
              <a:gd name="connsiteY3-888" fmla="*/ 306775 h 1424419"/>
              <a:gd name="connsiteX4-889" fmla="*/ 1301712 w 1306267"/>
              <a:gd name="connsiteY4-890" fmla="*/ 442384 h 1424419"/>
              <a:gd name="connsiteX5-891" fmla="*/ 1303099 w 1306267"/>
              <a:gd name="connsiteY5-892" fmla="*/ 495558 h 1424419"/>
              <a:gd name="connsiteX6-893" fmla="*/ 1303099 w 1306267"/>
              <a:gd name="connsiteY6-894" fmla="*/ 952393 h 1424419"/>
              <a:gd name="connsiteX7-895" fmla="*/ 1305306 w 1306267"/>
              <a:gd name="connsiteY7-896" fmla="*/ 990115 h 1424419"/>
              <a:gd name="connsiteX8-897" fmla="*/ 1255800 w 1306267"/>
              <a:gd name="connsiteY8-898" fmla="*/ 1142552 h 1424419"/>
              <a:gd name="connsiteX9-899" fmla="*/ 1172881 w 1306267"/>
              <a:gd name="connsiteY9-900" fmla="*/ 1179342 h 1424419"/>
              <a:gd name="connsiteX10-901" fmla="*/ 792288 w 1306267"/>
              <a:gd name="connsiteY10-902" fmla="*/ 1385653 h 1424419"/>
              <a:gd name="connsiteX11-903" fmla="*/ 522686 w 1306267"/>
              <a:gd name="connsiteY11-904" fmla="*/ 1384922 h 1424419"/>
              <a:gd name="connsiteX12-905" fmla="*/ 90241 w 1306267"/>
              <a:gd name="connsiteY12-906" fmla="*/ 1150634 h 1424419"/>
              <a:gd name="connsiteX13-907" fmla="*/ 55672 w 1306267"/>
              <a:gd name="connsiteY13-908" fmla="*/ 1124403 h 1424419"/>
              <a:gd name="connsiteX14-909" fmla="*/ 667 w 1306267"/>
              <a:gd name="connsiteY14-910" fmla="*/ 999105 h 1424419"/>
              <a:gd name="connsiteX15-911" fmla="*/ 0 w 1306267"/>
              <a:gd name="connsiteY15-912" fmla="*/ 972364 h 1424419"/>
              <a:gd name="connsiteX16-913" fmla="*/ 2496 w 1306267"/>
              <a:gd name="connsiteY16-914" fmla="*/ 463106 h 1424419"/>
              <a:gd name="connsiteX17-915" fmla="*/ 2458 w 1306267"/>
              <a:gd name="connsiteY17-916" fmla="*/ 429563 h 1424419"/>
              <a:gd name="connsiteX18-917" fmla="*/ 75248 w 1306267"/>
              <a:gd name="connsiteY18-918" fmla="*/ 303202 h 1424419"/>
              <a:gd name="connsiteX19-919" fmla="*/ 106293 w 1306267"/>
              <a:gd name="connsiteY19-920" fmla="*/ 282597 h 1424419"/>
              <a:gd name="connsiteX20-921" fmla="*/ 541533 w 1306267"/>
              <a:gd name="connsiteY20-922" fmla="*/ 38110 h 1424419"/>
              <a:gd name="connsiteX21-923" fmla="*/ 653528 w 1306267"/>
              <a:gd name="connsiteY21-924" fmla="*/ 0 h 1424419"/>
              <a:gd name="connsiteX0-925" fmla="*/ 653528 w 1306267"/>
              <a:gd name="connsiteY0-926" fmla="*/ 0 h 1424419"/>
              <a:gd name="connsiteX1-927" fmla="*/ 757287 w 1306267"/>
              <a:gd name="connsiteY1-928" fmla="*/ 32444 h 1424419"/>
              <a:gd name="connsiteX2-929" fmla="*/ 1206876 w 1306267"/>
              <a:gd name="connsiteY2-930" fmla="*/ 284945 h 1424419"/>
              <a:gd name="connsiteX3-931" fmla="*/ 1237706 w 1306267"/>
              <a:gd name="connsiteY3-932" fmla="*/ 306775 h 1424419"/>
              <a:gd name="connsiteX4-933" fmla="*/ 1301712 w 1306267"/>
              <a:gd name="connsiteY4-934" fmla="*/ 442384 h 1424419"/>
              <a:gd name="connsiteX5-935" fmla="*/ 1303099 w 1306267"/>
              <a:gd name="connsiteY5-936" fmla="*/ 495558 h 1424419"/>
              <a:gd name="connsiteX6-937" fmla="*/ 1303099 w 1306267"/>
              <a:gd name="connsiteY6-938" fmla="*/ 952393 h 1424419"/>
              <a:gd name="connsiteX7-939" fmla="*/ 1305306 w 1306267"/>
              <a:gd name="connsiteY7-940" fmla="*/ 990115 h 1424419"/>
              <a:gd name="connsiteX8-941" fmla="*/ 1255800 w 1306267"/>
              <a:gd name="connsiteY8-942" fmla="*/ 1142552 h 1424419"/>
              <a:gd name="connsiteX9-943" fmla="*/ 1172881 w 1306267"/>
              <a:gd name="connsiteY9-944" fmla="*/ 1179342 h 1424419"/>
              <a:gd name="connsiteX10-945" fmla="*/ 792288 w 1306267"/>
              <a:gd name="connsiteY10-946" fmla="*/ 1385653 h 1424419"/>
              <a:gd name="connsiteX11-947" fmla="*/ 522686 w 1306267"/>
              <a:gd name="connsiteY11-948" fmla="*/ 1384922 h 1424419"/>
              <a:gd name="connsiteX12-949" fmla="*/ 90241 w 1306267"/>
              <a:gd name="connsiteY12-950" fmla="*/ 1150634 h 1424419"/>
              <a:gd name="connsiteX13-951" fmla="*/ 55672 w 1306267"/>
              <a:gd name="connsiteY13-952" fmla="*/ 1124403 h 1424419"/>
              <a:gd name="connsiteX14-953" fmla="*/ 667 w 1306267"/>
              <a:gd name="connsiteY14-954" fmla="*/ 999105 h 1424419"/>
              <a:gd name="connsiteX15-955" fmla="*/ 0 w 1306267"/>
              <a:gd name="connsiteY15-956" fmla="*/ 972364 h 1424419"/>
              <a:gd name="connsiteX16-957" fmla="*/ 2496 w 1306267"/>
              <a:gd name="connsiteY16-958" fmla="*/ 463106 h 1424419"/>
              <a:gd name="connsiteX17-959" fmla="*/ 2458 w 1306267"/>
              <a:gd name="connsiteY17-960" fmla="*/ 429563 h 1424419"/>
              <a:gd name="connsiteX18-961" fmla="*/ 75248 w 1306267"/>
              <a:gd name="connsiteY18-962" fmla="*/ 303202 h 1424419"/>
              <a:gd name="connsiteX19-963" fmla="*/ 106293 w 1306267"/>
              <a:gd name="connsiteY19-964" fmla="*/ 282597 h 1424419"/>
              <a:gd name="connsiteX20-965" fmla="*/ 541533 w 1306267"/>
              <a:gd name="connsiteY20-966" fmla="*/ 38110 h 1424419"/>
              <a:gd name="connsiteX21-967" fmla="*/ 653528 w 1306267"/>
              <a:gd name="connsiteY21-968" fmla="*/ 0 h 1424419"/>
              <a:gd name="connsiteX0-969" fmla="*/ 653528 w 1306267"/>
              <a:gd name="connsiteY0-970" fmla="*/ 0 h 1424419"/>
              <a:gd name="connsiteX1-971" fmla="*/ 757287 w 1306267"/>
              <a:gd name="connsiteY1-972" fmla="*/ 32444 h 1424419"/>
              <a:gd name="connsiteX2-973" fmla="*/ 1206876 w 1306267"/>
              <a:gd name="connsiteY2-974" fmla="*/ 284945 h 1424419"/>
              <a:gd name="connsiteX3-975" fmla="*/ 1237706 w 1306267"/>
              <a:gd name="connsiteY3-976" fmla="*/ 306775 h 1424419"/>
              <a:gd name="connsiteX4-977" fmla="*/ 1301712 w 1306267"/>
              <a:gd name="connsiteY4-978" fmla="*/ 442384 h 1424419"/>
              <a:gd name="connsiteX5-979" fmla="*/ 1303099 w 1306267"/>
              <a:gd name="connsiteY5-980" fmla="*/ 495558 h 1424419"/>
              <a:gd name="connsiteX6-981" fmla="*/ 1303099 w 1306267"/>
              <a:gd name="connsiteY6-982" fmla="*/ 952393 h 1424419"/>
              <a:gd name="connsiteX7-983" fmla="*/ 1305306 w 1306267"/>
              <a:gd name="connsiteY7-984" fmla="*/ 990115 h 1424419"/>
              <a:gd name="connsiteX8-985" fmla="*/ 1255800 w 1306267"/>
              <a:gd name="connsiteY8-986" fmla="*/ 1142552 h 1424419"/>
              <a:gd name="connsiteX9-987" fmla="*/ 1172881 w 1306267"/>
              <a:gd name="connsiteY9-988" fmla="*/ 1179342 h 1424419"/>
              <a:gd name="connsiteX10-989" fmla="*/ 792288 w 1306267"/>
              <a:gd name="connsiteY10-990" fmla="*/ 1385653 h 1424419"/>
              <a:gd name="connsiteX11-991" fmla="*/ 522686 w 1306267"/>
              <a:gd name="connsiteY11-992" fmla="*/ 1384922 h 1424419"/>
              <a:gd name="connsiteX12-993" fmla="*/ 90241 w 1306267"/>
              <a:gd name="connsiteY12-994" fmla="*/ 1150634 h 1424419"/>
              <a:gd name="connsiteX13-995" fmla="*/ 55672 w 1306267"/>
              <a:gd name="connsiteY13-996" fmla="*/ 1124403 h 1424419"/>
              <a:gd name="connsiteX14-997" fmla="*/ 667 w 1306267"/>
              <a:gd name="connsiteY14-998" fmla="*/ 999105 h 1424419"/>
              <a:gd name="connsiteX15-999" fmla="*/ 0 w 1306267"/>
              <a:gd name="connsiteY15-1000" fmla="*/ 972364 h 1424419"/>
              <a:gd name="connsiteX16-1001" fmla="*/ 2496 w 1306267"/>
              <a:gd name="connsiteY16-1002" fmla="*/ 463106 h 1424419"/>
              <a:gd name="connsiteX17-1003" fmla="*/ 2458 w 1306267"/>
              <a:gd name="connsiteY17-1004" fmla="*/ 429563 h 1424419"/>
              <a:gd name="connsiteX18-1005" fmla="*/ 75248 w 1306267"/>
              <a:gd name="connsiteY18-1006" fmla="*/ 303202 h 1424419"/>
              <a:gd name="connsiteX19-1007" fmla="*/ 106293 w 1306267"/>
              <a:gd name="connsiteY19-1008" fmla="*/ 282597 h 1424419"/>
              <a:gd name="connsiteX20-1009" fmla="*/ 541533 w 1306267"/>
              <a:gd name="connsiteY20-1010" fmla="*/ 38110 h 1424419"/>
              <a:gd name="connsiteX21-1011" fmla="*/ 653528 w 1306267"/>
              <a:gd name="connsiteY21-1012" fmla="*/ 0 h 1424419"/>
              <a:gd name="connsiteX0-1013" fmla="*/ 653528 w 1306267"/>
              <a:gd name="connsiteY0-1014" fmla="*/ 0 h 1424419"/>
              <a:gd name="connsiteX1-1015" fmla="*/ 757287 w 1306267"/>
              <a:gd name="connsiteY1-1016" fmla="*/ 32444 h 1424419"/>
              <a:gd name="connsiteX2-1017" fmla="*/ 1206876 w 1306267"/>
              <a:gd name="connsiteY2-1018" fmla="*/ 284945 h 1424419"/>
              <a:gd name="connsiteX3-1019" fmla="*/ 1237706 w 1306267"/>
              <a:gd name="connsiteY3-1020" fmla="*/ 306775 h 1424419"/>
              <a:gd name="connsiteX4-1021" fmla="*/ 1301712 w 1306267"/>
              <a:gd name="connsiteY4-1022" fmla="*/ 442384 h 1424419"/>
              <a:gd name="connsiteX5-1023" fmla="*/ 1303099 w 1306267"/>
              <a:gd name="connsiteY5-1024" fmla="*/ 495558 h 1424419"/>
              <a:gd name="connsiteX6-1025" fmla="*/ 1303099 w 1306267"/>
              <a:gd name="connsiteY6-1026" fmla="*/ 952393 h 1424419"/>
              <a:gd name="connsiteX7-1027" fmla="*/ 1305306 w 1306267"/>
              <a:gd name="connsiteY7-1028" fmla="*/ 990115 h 1424419"/>
              <a:gd name="connsiteX8-1029" fmla="*/ 1255800 w 1306267"/>
              <a:gd name="connsiteY8-1030" fmla="*/ 1142552 h 1424419"/>
              <a:gd name="connsiteX9-1031" fmla="*/ 1172881 w 1306267"/>
              <a:gd name="connsiteY9-1032" fmla="*/ 1179342 h 1424419"/>
              <a:gd name="connsiteX10-1033" fmla="*/ 792288 w 1306267"/>
              <a:gd name="connsiteY10-1034" fmla="*/ 1385653 h 1424419"/>
              <a:gd name="connsiteX11-1035" fmla="*/ 522686 w 1306267"/>
              <a:gd name="connsiteY11-1036" fmla="*/ 1384922 h 1424419"/>
              <a:gd name="connsiteX12-1037" fmla="*/ 90241 w 1306267"/>
              <a:gd name="connsiteY12-1038" fmla="*/ 1150634 h 1424419"/>
              <a:gd name="connsiteX13-1039" fmla="*/ 55672 w 1306267"/>
              <a:gd name="connsiteY13-1040" fmla="*/ 1124403 h 1424419"/>
              <a:gd name="connsiteX14-1041" fmla="*/ 667 w 1306267"/>
              <a:gd name="connsiteY14-1042" fmla="*/ 999105 h 1424419"/>
              <a:gd name="connsiteX15-1043" fmla="*/ 0 w 1306267"/>
              <a:gd name="connsiteY15-1044" fmla="*/ 972364 h 1424419"/>
              <a:gd name="connsiteX16-1045" fmla="*/ 2496 w 1306267"/>
              <a:gd name="connsiteY16-1046" fmla="*/ 463106 h 1424419"/>
              <a:gd name="connsiteX17-1047" fmla="*/ 2458 w 1306267"/>
              <a:gd name="connsiteY17-1048" fmla="*/ 429563 h 1424419"/>
              <a:gd name="connsiteX18-1049" fmla="*/ 75248 w 1306267"/>
              <a:gd name="connsiteY18-1050" fmla="*/ 303202 h 1424419"/>
              <a:gd name="connsiteX19-1051" fmla="*/ 106293 w 1306267"/>
              <a:gd name="connsiteY19-1052" fmla="*/ 282597 h 1424419"/>
              <a:gd name="connsiteX20-1053" fmla="*/ 541533 w 1306267"/>
              <a:gd name="connsiteY20-1054" fmla="*/ 38110 h 1424419"/>
              <a:gd name="connsiteX21-1055" fmla="*/ 653528 w 1306267"/>
              <a:gd name="connsiteY21-1056" fmla="*/ 0 h 1424419"/>
              <a:gd name="connsiteX0-1057" fmla="*/ 653528 w 1306267"/>
              <a:gd name="connsiteY0-1058" fmla="*/ 0 h 1424419"/>
              <a:gd name="connsiteX1-1059" fmla="*/ 757287 w 1306267"/>
              <a:gd name="connsiteY1-1060" fmla="*/ 32444 h 1424419"/>
              <a:gd name="connsiteX2-1061" fmla="*/ 1206876 w 1306267"/>
              <a:gd name="connsiteY2-1062" fmla="*/ 284945 h 1424419"/>
              <a:gd name="connsiteX3-1063" fmla="*/ 1237706 w 1306267"/>
              <a:gd name="connsiteY3-1064" fmla="*/ 306775 h 1424419"/>
              <a:gd name="connsiteX4-1065" fmla="*/ 1301712 w 1306267"/>
              <a:gd name="connsiteY4-1066" fmla="*/ 442384 h 1424419"/>
              <a:gd name="connsiteX5-1067" fmla="*/ 1303099 w 1306267"/>
              <a:gd name="connsiteY5-1068" fmla="*/ 495558 h 1424419"/>
              <a:gd name="connsiteX6-1069" fmla="*/ 1303099 w 1306267"/>
              <a:gd name="connsiteY6-1070" fmla="*/ 952393 h 1424419"/>
              <a:gd name="connsiteX7-1071" fmla="*/ 1305306 w 1306267"/>
              <a:gd name="connsiteY7-1072" fmla="*/ 990115 h 1424419"/>
              <a:gd name="connsiteX8-1073" fmla="*/ 1255800 w 1306267"/>
              <a:gd name="connsiteY8-1074" fmla="*/ 1142552 h 1424419"/>
              <a:gd name="connsiteX9-1075" fmla="*/ 1172881 w 1306267"/>
              <a:gd name="connsiteY9-1076" fmla="*/ 1179342 h 1424419"/>
              <a:gd name="connsiteX10-1077" fmla="*/ 792288 w 1306267"/>
              <a:gd name="connsiteY10-1078" fmla="*/ 1385653 h 1424419"/>
              <a:gd name="connsiteX11-1079" fmla="*/ 522686 w 1306267"/>
              <a:gd name="connsiteY11-1080" fmla="*/ 1384922 h 1424419"/>
              <a:gd name="connsiteX12-1081" fmla="*/ 90241 w 1306267"/>
              <a:gd name="connsiteY12-1082" fmla="*/ 1150634 h 1424419"/>
              <a:gd name="connsiteX13-1083" fmla="*/ 55672 w 1306267"/>
              <a:gd name="connsiteY13-1084" fmla="*/ 1124403 h 1424419"/>
              <a:gd name="connsiteX14-1085" fmla="*/ 667 w 1306267"/>
              <a:gd name="connsiteY14-1086" fmla="*/ 999105 h 1424419"/>
              <a:gd name="connsiteX15-1087" fmla="*/ 0 w 1306267"/>
              <a:gd name="connsiteY15-1088" fmla="*/ 972364 h 1424419"/>
              <a:gd name="connsiteX16-1089" fmla="*/ 2496 w 1306267"/>
              <a:gd name="connsiteY16-1090" fmla="*/ 463106 h 1424419"/>
              <a:gd name="connsiteX17-1091" fmla="*/ 2458 w 1306267"/>
              <a:gd name="connsiteY17-1092" fmla="*/ 429563 h 1424419"/>
              <a:gd name="connsiteX18-1093" fmla="*/ 75248 w 1306267"/>
              <a:gd name="connsiteY18-1094" fmla="*/ 303202 h 1424419"/>
              <a:gd name="connsiteX19-1095" fmla="*/ 106293 w 1306267"/>
              <a:gd name="connsiteY19-1096" fmla="*/ 282597 h 1424419"/>
              <a:gd name="connsiteX20-1097" fmla="*/ 541533 w 1306267"/>
              <a:gd name="connsiteY20-1098" fmla="*/ 38110 h 1424419"/>
              <a:gd name="connsiteX21-1099" fmla="*/ 653528 w 1306267"/>
              <a:gd name="connsiteY21-1100" fmla="*/ 0 h 1424419"/>
              <a:gd name="connsiteX0-1101" fmla="*/ 653528 w 1306267"/>
              <a:gd name="connsiteY0-1102" fmla="*/ 0 h 1424419"/>
              <a:gd name="connsiteX1-1103" fmla="*/ 757287 w 1306267"/>
              <a:gd name="connsiteY1-1104" fmla="*/ 32444 h 1424419"/>
              <a:gd name="connsiteX2-1105" fmla="*/ 1206876 w 1306267"/>
              <a:gd name="connsiteY2-1106" fmla="*/ 284945 h 1424419"/>
              <a:gd name="connsiteX3-1107" fmla="*/ 1237706 w 1306267"/>
              <a:gd name="connsiteY3-1108" fmla="*/ 306775 h 1424419"/>
              <a:gd name="connsiteX4-1109" fmla="*/ 1301712 w 1306267"/>
              <a:gd name="connsiteY4-1110" fmla="*/ 442384 h 1424419"/>
              <a:gd name="connsiteX5-1111" fmla="*/ 1303099 w 1306267"/>
              <a:gd name="connsiteY5-1112" fmla="*/ 495558 h 1424419"/>
              <a:gd name="connsiteX6-1113" fmla="*/ 1303099 w 1306267"/>
              <a:gd name="connsiteY6-1114" fmla="*/ 952393 h 1424419"/>
              <a:gd name="connsiteX7-1115" fmla="*/ 1305306 w 1306267"/>
              <a:gd name="connsiteY7-1116" fmla="*/ 990115 h 1424419"/>
              <a:gd name="connsiteX8-1117" fmla="*/ 1255800 w 1306267"/>
              <a:gd name="connsiteY8-1118" fmla="*/ 1142552 h 1424419"/>
              <a:gd name="connsiteX9-1119" fmla="*/ 1172881 w 1306267"/>
              <a:gd name="connsiteY9-1120" fmla="*/ 1179342 h 1424419"/>
              <a:gd name="connsiteX10-1121" fmla="*/ 792288 w 1306267"/>
              <a:gd name="connsiteY10-1122" fmla="*/ 1385653 h 1424419"/>
              <a:gd name="connsiteX11-1123" fmla="*/ 522686 w 1306267"/>
              <a:gd name="connsiteY11-1124" fmla="*/ 1384922 h 1424419"/>
              <a:gd name="connsiteX12-1125" fmla="*/ 90241 w 1306267"/>
              <a:gd name="connsiteY12-1126" fmla="*/ 1150634 h 1424419"/>
              <a:gd name="connsiteX13-1127" fmla="*/ 48904 w 1306267"/>
              <a:gd name="connsiteY13-1128" fmla="*/ 1124403 h 1424419"/>
              <a:gd name="connsiteX14-1129" fmla="*/ 667 w 1306267"/>
              <a:gd name="connsiteY14-1130" fmla="*/ 999105 h 1424419"/>
              <a:gd name="connsiteX15-1131" fmla="*/ 0 w 1306267"/>
              <a:gd name="connsiteY15-1132" fmla="*/ 972364 h 1424419"/>
              <a:gd name="connsiteX16-1133" fmla="*/ 2496 w 1306267"/>
              <a:gd name="connsiteY16-1134" fmla="*/ 463106 h 1424419"/>
              <a:gd name="connsiteX17-1135" fmla="*/ 2458 w 1306267"/>
              <a:gd name="connsiteY17-1136" fmla="*/ 429563 h 1424419"/>
              <a:gd name="connsiteX18-1137" fmla="*/ 75248 w 1306267"/>
              <a:gd name="connsiteY18-1138" fmla="*/ 303202 h 1424419"/>
              <a:gd name="connsiteX19-1139" fmla="*/ 106293 w 1306267"/>
              <a:gd name="connsiteY19-1140" fmla="*/ 282597 h 1424419"/>
              <a:gd name="connsiteX20-1141" fmla="*/ 541533 w 1306267"/>
              <a:gd name="connsiteY20-1142" fmla="*/ 38110 h 1424419"/>
              <a:gd name="connsiteX21-1143" fmla="*/ 653528 w 1306267"/>
              <a:gd name="connsiteY21-1144" fmla="*/ 0 h 1424419"/>
              <a:gd name="connsiteX0-1145" fmla="*/ 653528 w 1306267"/>
              <a:gd name="connsiteY0-1146" fmla="*/ 0 h 1424419"/>
              <a:gd name="connsiteX1-1147" fmla="*/ 757287 w 1306267"/>
              <a:gd name="connsiteY1-1148" fmla="*/ 32444 h 1424419"/>
              <a:gd name="connsiteX2-1149" fmla="*/ 1206876 w 1306267"/>
              <a:gd name="connsiteY2-1150" fmla="*/ 284945 h 1424419"/>
              <a:gd name="connsiteX3-1151" fmla="*/ 1237706 w 1306267"/>
              <a:gd name="connsiteY3-1152" fmla="*/ 306775 h 1424419"/>
              <a:gd name="connsiteX4-1153" fmla="*/ 1301712 w 1306267"/>
              <a:gd name="connsiteY4-1154" fmla="*/ 442384 h 1424419"/>
              <a:gd name="connsiteX5-1155" fmla="*/ 1303099 w 1306267"/>
              <a:gd name="connsiteY5-1156" fmla="*/ 495558 h 1424419"/>
              <a:gd name="connsiteX6-1157" fmla="*/ 1303099 w 1306267"/>
              <a:gd name="connsiteY6-1158" fmla="*/ 952393 h 1424419"/>
              <a:gd name="connsiteX7-1159" fmla="*/ 1305306 w 1306267"/>
              <a:gd name="connsiteY7-1160" fmla="*/ 990115 h 1424419"/>
              <a:gd name="connsiteX8-1161" fmla="*/ 1255800 w 1306267"/>
              <a:gd name="connsiteY8-1162" fmla="*/ 1142552 h 1424419"/>
              <a:gd name="connsiteX9-1163" fmla="*/ 1172881 w 1306267"/>
              <a:gd name="connsiteY9-1164" fmla="*/ 1179342 h 1424419"/>
              <a:gd name="connsiteX10-1165" fmla="*/ 792288 w 1306267"/>
              <a:gd name="connsiteY10-1166" fmla="*/ 1385653 h 1424419"/>
              <a:gd name="connsiteX11-1167" fmla="*/ 522686 w 1306267"/>
              <a:gd name="connsiteY11-1168" fmla="*/ 1384922 h 1424419"/>
              <a:gd name="connsiteX12-1169" fmla="*/ 90241 w 1306267"/>
              <a:gd name="connsiteY12-1170" fmla="*/ 1150634 h 1424419"/>
              <a:gd name="connsiteX13-1171" fmla="*/ 48904 w 1306267"/>
              <a:gd name="connsiteY13-1172" fmla="*/ 1124403 h 1424419"/>
              <a:gd name="connsiteX14-1173" fmla="*/ 667 w 1306267"/>
              <a:gd name="connsiteY14-1174" fmla="*/ 999105 h 1424419"/>
              <a:gd name="connsiteX15-1175" fmla="*/ 0 w 1306267"/>
              <a:gd name="connsiteY15-1176" fmla="*/ 972364 h 1424419"/>
              <a:gd name="connsiteX16-1177" fmla="*/ 2496 w 1306267"/>
              <a:gd name="connsiteY16-1178" fmla="*/ 463106 h 1424419"/>
              <a:gd name="connsiteX17-1179" fmla="*/ 2458 w 1306267"/>
              <a:gd name="connsiteY17-1180" fmla="*/ 429563 h 1424419"/>
              <a:gd name="connsiteX18-1181" fmla="*/ 75248 w 1306267"/>
              <a:gd name="connsiteY18-1182" fmla="*/ 303202 h 1424419"/>
              <a:gd name="connsiteX19-1183" fmla="*/ 106293 w 1306267"/>
              <a:gd name="connsiteY19-1184" fmla="*/ 282597 h 1424419"/>
              <a:gd name="connsiteX20-1185" fmla="*/ 541533 w 1306267"/>
              <a:gd name="connsiteY20-1186" fmla="*/ 38110 h 1424419"/>
              <a:gd name="connsiteX21-1187" fmla="*/ 653528 w 1306267"/>
              <a:gd name="connsiteY21-1188" fmla="*/ 0 h 1424419"/>
              <a:gd name="connsiteX0-1189" fmla="*/ 653528 w 1306267"/>
              <a:gd name="connsiteY0-1190" fmla="*/ 0 h 1424419"/>
              <a:gd name="connsiteX1-1191" fmla="*/ 757287 w 1306267"/>
              <a:gd name="connsiteY1-1192" fmla="*/ 32444 h 1424419"/>
              <a:gd name="connsiteX2-1193" fmla="*/ 1206876 w 1306267"/>
              <a:gd name="connsiteY2-1194" fmla="*/ 284945 h 1424419"/>
              <a:gd name="connsiteX3-1195" fmla="*/ 1237706 w 1306267"/>
              <a:gd name="connsiteY3-1196" fmla="*/ 306775 h 1424419"/>
              <a:gd name="connsiteX4-1197" fmla="*/ 1301712 w 1306267"/>
              <a:gd name="connsiteY4-1198" fmla="*/ 442384 h 1424419"/>
              <a:gd name="connsiteX5-1199" fmla="*/ 1303099 w 1306267"/>
              <a:gd name="connsiteY5-1200" fmla="*/ 495558 h 1424419"/>
              <a:gd name="connsiteX6-1201" fmla="*/ 1303099 w 1306267"/>
              <a:gd name="connsiteY6-1202" fmla="*/ 952393 h 1424419"/>
              <a:gd name="connsiteX7-1203" fmla="*/ 1305306 w 1306267"/>
              <a:gd name="connsiteY7-1204" fmla="*/ 990115 h 1424419"/>
              <a:gd name="connsiteX8-1205" fmla="*/ 1255800 w 1306267"/>
              <a:gd name="connsiteY8-1206" fmla="*/ 1142552 h 1424419"/>
              <a:gd name="connsiteX9-1207" fmla="*/ 1172881 w 1306267"/>
              <a:gd name="connsiteY9-1208" fmla="*/ 1179342 h 1424419"/>
              <a:gd name="connsiteX10-1209" fmla="*/ 792288 w 1306267"/>
              <a:gd name="connsiteY10-1210" fmla="*/ 1385653 h 1424419"/>
              <a:gd name="connsiteX11-1211" fmla="*/ 522686 w 1306267"/>
              <a:gd name="connsiteY11-1212" fmla="*/ 1384922 h 1424419"/>
              <a:gd name="connsiteX12-1213" fmla="*/ 90241 w 1306267"/>
              <a:gd name="connsiteY12-1214" fmla="*/ 1150634 h 1424419"/>
              <a:gd name="connsiteX13-1215" fmla="*/ 48904 w 1306267"/>
              <a:gd name="connsiteY13-1216" fmla="*/ 1124403 h 1424419"/>
              <a:gd name="connsiteX14-1217" fmla="*/ 667 w 1306267"/>
              <a:gd name="connsiteY14-1218" fmla="*/ 999105 h 1424419"/>
              <a:gd name="connsiteX15-1219" fmla="*/ 0 w 1306267"/>
              <a:gd name="connsiteY15-1220" fmla="*/ 972364 h 1424419"/>
              <a:gd name="connsiteX16-1221" fmla="*/ 2496 w 1306267"/>
              <a:gd name="connsiteY16-1222" fmla="*/ 463106 h 1424419"/>
              <a:gd name="connsiteX17-1223" fmla="*/ 2458 w 1306267"/>
              <a:gd name="connsiteY17-1224" fmla="*/ 429563 h 1424419"/>
              <a:gd name="connsiteX18-1225" fmla="*/ 75248 w 1306267"/>
              <a:gd name="connsiteY18-1226" fmla="*/ 303202 h 1424419"/>
              <a:gd name="connsiteX19-1227" fmla="*/ 106293 w 1306267"/>
              <a:gd name="connsiteY19-1228" fmla="*/ 282597 h 1424419"/>
              <a:gd name="connsiteX20-1229" fmla="*/ 541533 w 1306267"/>
              <a:gd name="connsiteY20-1230" fmla="*/ 38110 h 1424419"/>
              <a:gd name="connsiteX21-1231" fmla="*/ 653528 w 1306267"/>
              <a:gd name="connsiteY21-1232" fmla="*/ 0 h 1424419"/>
              <a:gd name="connsiteX0-1233" fmla="*/ 653528 w 1306267"/>
              <a:gd name="connsiteY0-1234" fmla="*/ 0 h 1424419"/>
              <a:gd name="connsiteX1-1235" fmla="*/ 757287 w 1306267"/>
              <a:gd name="connsiteY1-1236" fmla="*/ 32444 h 1424419"/>
              <a:gd name="connsiteX2-1237" fmla="*/ 1206876 w 1306267"/>
              <a:gd name="connsiteY2-1238" fmla="*/ 284945 h 1424419"/>
              <a:gd name="connsiteX3-1239" fmla="*/ 1237706 w 1306267"/>
              <a:gd name="connsiteY3-1240" fmla="*/ 306775 h 1424419"/>
              <a:gd name="connsiteX4-1241" fmla="*/ 1301712 w 1306267"/>
              <a:gd name="connsiteY4-1242" fmla="*/ 442384 h 1424419"/>
              <a:gd name="connsiteX5-1243" fmla="*/ 1303099 w 1306267"/>
              <a:gd name="connsiteY5-1244" fmla="*/ 495558 h 1424419"/>
              <a:gd name="connsiteX6-1245" fmla="*/ 1303099 w 1306267"/>
              <a:gd name="connsiteY6-1246" fmla="*/ 952393 h 1424419"/>
              <a:gd name="connsiteX7-1247" fmla="*/ 1305306 w 1306267"/>
              <a:gd name="connsiteY7-1248" fmla="*/ 990115 h 1424419"/>
              <a:gd name="connsiteX8-1249" fmla="*/ 1255800 w 1306267"/>
              <a:gd name="connsiteY8-1250" fmla="*/ 1142552 h 1424419"/>
              <a:gd name="connsiteX9-1251" fmla="*/ 1172881 w 1306267"/>
              <a:gd name="connsiteY9-1252" fmla="*/ 1179342 h 1424419"/>
              <a:gd name="connsiteX10-1253" fmla="*/ 792288 w 1306267"/>
              <a:gd name="connsiteY10-1254" fmla="*/ 1385653 h 1424419"/>
              <a:gd name="connsiteX11-1255" fmla="*/ 522686 w 1306267"/>
              <a:gd name="connsiteY11-1256" fmla="*/ 1384922 h 1424419"/>
              <a:gd name="connsiteX12-1257" fmla="*/ 90241 w 1306267"/>
              <a:gd name="connsiteY12-1258" fmla="*/ 1150634 h 1424419"/>
              <a:gd name="connsiteX13-1259" fmla="*/ 48904 w 1306267"/>
              <a:gd name="connsiteY13-1260" fmla="*/ 1124403 h 1424419"/>
              <a:gd name="connsiteX14-1261" fmla="*/ 667 w 1306267"/>
              <a:gd name="connsiteY14-1262" fmla="*/ 999105 h 1424419"/>
              <a:gd name="connsiteX15-1263" fmla="*/ 0 w 1306267"/>
              <a:gd name="connsiteY15-1264" fmla="*/ 972364 h 1424419"/>
              <a:gd name="connsiteX16-1265" fmla="*/ 2496 w 1306267"/>
              <a:gd name="connsiteY16-1266" fmla="*/ 463106 h 1424419"/>
              <a:gd name="connsiteX17-1267" fmla="*/ 2458 w 1306267"/>
              <a:gd name="connsiteY17-1268" fmla="*/ 429563 h 1424419"/>
              <a:gd name="connsiteX18-1269" fmla="*/ 75248 w 1306267"/>
              <a:gd name="connsiteY18-1270" fmla="*/ 303202 h 1424419"/>
              <a:gd name="connsiteX19-1271" fmla="*/ 106293 w 1306267"/>
              <a:gd name="connsiteY19-1272" fmla="*/ 282597 h 1424419"/>
              <a:gd name="connsiteX20-1273" fmla="*/ 541533 w 1306267"/>
              <a:gd name="connsiteY20-1274" fmla="*/ 38110 h 1424419"/>
              <a:gd name="connsiteX21-1275" fmla="*/ 653528 w 1306267"/>
              <a:gd name="connsiteY21-1276" fmla="*/ 0 h 1424419"/>
              <a:gd name="connsiteX0-1277" fmla="*/ 653528 w 1306267"/>
              <a:gd name="connsiteY0-1278" fmla="*/ 0 h 1424419"/>
              <a:gd name="connsiteX1-1279" fmla="*/ 757287 w 1306267"/>
              <a:gd name="connsiteY1-1280" fmla="*/ 32444 h 1424419"/>
              <a:gd name="connsiteX2-1281" fmla="*/ 1206876 w 1306267"/>
              <a:gd name="connsiteY2-1282" fmla="*/ 284945 h 1424419"/>
              <a:gd name="connsiteX3-1283" fmla="*/ 1237706 w 1306267"/>
              <a:gd name="connsiteY3-1284" fmla="*/ 306775 h 1424419"/>
              <a:gd name="connsiteX4-1285" fmla="*/ 1301712 w 1306267"/>
              <a:gd name="connsiteY4-1286" fmla="*/ 442384 h 1424419"/>
              <a:gd name="connsiteX5-1287" fmla="*/ 1303099 w 1306267"/>
              <a:gd name="connsiteY5-1288" fmla="*/ 495558 h 1424419"/>
              <a:gd name="connsiteX6-1289" fmla="*/ 1303099 w 1306267"/>
              <a:gd name="connsiteY6-1290" fmla="*/ 952393 h 1424419"/>
              <a:gd name="connsiteX7-1291" fmla="*/ 1305306 w 1306267"/>
              <a:gd name="connsiteY7-1292" fmla="*/ 990115 h 1424419"/>
              <a:gd name="connsiteX8-1293" fmla="*/ 1255800 w 1306267"/>
              <a:gd name="connsiteY8-1294" fmla="*/ 1142552 h 1424419"/>
              <a:gd name="connsiteX9-1295" fmla="*/ 1172881 w 1306267"/>
              <a:gd name="connsiteY9-1296" fmla="*/ 1179342 h 1424419"/>
              <a:gd name="connsiteX10-1297" fmla="*/ 792288 w 1306267"/>
              <a:gd name="connsiteY10-1298" fmla="*/ 1385653 h 1424419"/>
              <a:gd name="connsiteX11-1299" fmla="*/ 522686 w 1306267"/>
              <a:gd name="connsiteY11-1300" fmla="*/ 1384922 h 1424419"/>
              <a:gd name="connsiteX12-1301" fmla="*/ 97009 w 1306267"/>
              <a:gd name="connsiteY12-1302" fmla="*/ 1161462 h 1424419"/>
              <a:gd name="connsiteX13-1303" fmla="*/ 48904 w 1306267"/>
              <a:gd name="connsiteY13-1304" fmla="*/ 1124403 h 1424419"/>
              <a:gd name="connsiteX14-1305" fmla="*/ 667 w 1306267"/>
              <a:gd name="connsiteY14-1306" fmla="*/ 999105 h 1424419"/>
              <a:gd name="connsiteX15-1307" fmla="*/ 0 w 1306267"/>
              <a:gd name="connsiteY15-1308" fmla="*/ 972364 h 1424419"/>
              <a:gd name="connsiteX16-1309" fmla="*/ 2496 w 1306267"/>
              <a:gd name="connsiteY16-1310" fmla="*/ 463106 h 1424419"/>
              <a:gd name="connsiteX17-1311" fmla="*/ 2458 w 1306267"/>
              <a:gd name="connsiteY17-1312" fmla="*/ 429563 h 1424419"/>
              <a:gd name="connsiteX18-1313" fmla="*/ 75248 w 1306267"/>
              <a:gd name="connsiteY18-1314" fmla="*/ 303202 h 1424419"/>
              <a:gd name="connsiteX19-1315" fmla="*/ 106293 w 1306267"/>
              <a:gd name="connsiteY19-1316" fmla="*/ 282597 h 1424419"/>
              <a:gd name="connsiteX20-1317" fmla="*/ 541533 w 1306267"/>
              <a:gd name="connsiteY20-1318" fmla="*/ 38110 h 1424419"/>
              <a:gd name="connsiteX21-1319" fmla="*/ 653528 w 1306267"/>
              <a:gd name="connsiteY21-1320" fmla="*/ 0 h 1424419"/>
              <a:gd name="connsiteX0-1321" fmla="*/ 653528 w 1306267"/>
              <a:gd name="connsiteY0-1322" fmla="*/ 0 h 1424419"/>
              <a:gd name="connsiteX1-1323" fmla="*/ 757287 w 1306267"/>
              <a:gd name="connsiteY1-1324" fmla="*/ 32444 h 1424419"/>
              <a:gd name="connsiteX2-1325" fmla="*/ 1206876 w 1306267"/>
              <a:gd name="connsiteY2-1326" fmla="*/ 284945 h 1424419"/>
              <a:gd name="connsiteX3-1327" fmla="*/ 1237706 w 1306267"/>
              <a:gd name="connsiteY3-1328" fmla="*/ 306775 h 1424419"/>
              <a:gd name="connsiteX4-1329" fmla="*/ 1301712 w 1306267"/>
              <a:gd name="connsiteY4-1330" fmla="*/ 442384 h 1424419"/>
              <a:gd name="connsiteX5-1331" fmla="*/ 1303099 w 1306267"/>
              <a:gd name="connsiteY5-1332" fmla="*/ 495558 h 1424419"/>
              <a:gd name="connsiteX6-1333" fmla="*/ 1303099 w 1306267"/>
              <a:gd name="connsiteY6-1334" fmla="*/ 952393 h 1424419"/>
              <a:gd name="connsiteX7-1335" fmla="*/ 1305306 w 1306267"/>
              <a:gd name="connsiteY7-1336" fmla="*/ 990115 h 1424419"/>
              <a:gd name="connsiteX8-1337" fmla="*/ 1255800 w 1306267"/>
              <a:gd name="connsiteY8-1338" fmla="*/ 1142552 h 1424419"/>
              <a:gd name="connsiteX9-1339" fmla="*/ 1172881 w 1306267"/>
              <a:gd name="connsiteY9-1340" fmla="*/ 1179342 h 1424419"/>
              <a:gd name="connsiteX10-1341" fmla="*/ 792288 w 1306267"/>
              <a:gd name="connsiteY10-1342" fmla="*/ 1385653 h 1424419"/>
              <a:gd name="connsiteX11-1343" fmla="*/ 522686 w 1306267"/>
              <a:gd name="connsiteY11-1344" fmla="*/ 1384922 h 1424419"/>
              <a:gd name="connsiteX12-1345" fmla="*/ 97009 w 1306267"/>
              <a:gd name="connsiteY12-1346" fmla="*/ 1161462 h 1424419"/>
              <a:gd name="connsiteX13-1347" fmla="*/ 48904 w 1306267"/>
              <a:gd name="connsiteY13-1348" fmla="*/ 1124403 h 1424419"/>
              <a:gd name="connsiteX14-1349" fmla="*/ 667 w 1306267"/>
              <a:gd name="connsiteY14-1350" fmla="*/ 999105 h 1424419"/>
              <a:gd name="connsiteX15-1351" fmla="*/ 0 w 1306267"/>
              <a:gd name="connsiteY15-1352" fmla="*/ 972364 h 1424419"/>
              <a:gd name="connsiteX16-1353" fmla="*/ 2496 w 1306267"/>
              <a:gd name="connsiteY16-1354" fmla="*/ 463106 h 1424419"/>
              <a:gd name="connsiteX17-1355" fmla="*/ 2458 w 1306267"/>
              <a:gd name="connsiteY17-1356" fmla="*/ 429563 h 1424419"/>
              <a:gd name="connsiteX18-1357" fmla="*/ 75248 w 1306267"/>
              <a:gd name="connsiteY18-1358" fmla="*/ 303202 h 1424419"/>
              <a:gd name="connsiteX19-1359" fmla="*/ 106293 w 1306267"/>
              <a:gd name="connsiteY19-1360" fmla="*/ 282597 h 1424419"/>
              <a:gd name="connsiteX20-1361" fmla="*/ 541533 w 1306267"/>
              <a:gd name="connsiteY20-1362" fmla="*/ 38110 h 1424419"/>
              <a:gd name="connsiteX21-1363" fmla="*/ 653528 w 1306267"/>
              <a:gd name="connsiteY21-1364" fmla="*/ 0 h 1424419"/>
              <a:gd name="connsiteX0-1365" fmla="*/ 653528 w 1306267"/>
              <a:gd name="connsiteY0-1366" fmla="*/ 0 h 1424419"/>
              <a:gd name="connsiteX1-1367" fmla="*/ 757287 w 1306267"/>
              <a:gd name="connsiteY1-1368" fmla="*/ 32444 h 1424419"/>
              <a:gd name="connsiteX2-1369" fmla="*/ 1206876 w 1306267"/>
              <a:gd name="connsiteY2-1370" fmla="*/ 284945 h 1424419"/>
              <a:gd name="connsiteX3-1371" fmla="*/ 1237706 w 1306267"/>
              <a:gd name="connsiteY3-1372" fmla="*/ 306775 h 1424419"/>
              <a:gd name="connsiteX4-1373" fmla="*/ 1301712 w 1306267"/>
              <a:gd name="connsiteY4-1374" fmla="*/ 442384 h 1424419"/>
              <a:gd name="connsiteX5-1375" fmla="*/ 1303099 w 1306267"/>
              <a:gd name="connsiteY5-1376" fmla="*/ 495558 h 1424419"/>
              <a:gd name="connsiteX6-1377" fmla="*/ 1303099 w 1306267"/>
              <a:gd name="connsiteY6-1378" fmla="*/ 952393 h 1424419"/>
              <a:gd name="connsiteX7-1379" fmla="*/ 1305306 w 1306267"/>
              <a:gd name="connsiteY7-1380" fmla="*/ 990115 h 1424419"/>
              <a:gd name="connsiteX8-1381" fmla="*/ 1255800 w 1306267"/>
              <a:gd name="connsiteY8-1382" fmla="*/ 1142552 h 1424419"/>
              <a:gd name="connsiteX9-1383" fmla="*/ 1172881 w 1306267"/>
              <a:gd name="connsiteY9-1384" fmla="*/ 1179342 h 1424419"/>
              <a:gd name="connsiteX10-1385" fmla="*/ 792288 w 1306267"/>
              <a:gd name="connsiteY10-1386" fmla="*/ 1385653 h 1424419"/>
              <a:gd name="connsiteX11-1387" fmla="*/ 522686 w 1306267"/>
              <a:gd name="connsiteY11-1388" fmla="*/ 1384922 h 1424419"/>
              <a:gd name="connsiteX12-1389" fmla="*/ 97009 w 1306267"/>
              <a:gd name="connsiteY12-1390" fmla="*/ 1161462 h 1424419"/>
              <a:gd name="connsiteX13-1391" fmla="*/ 44843 w 1306267"/>
              <a:gd name="connsiteY13-1392" fmla="*/ 1118989 h 1424419"/>
              <a:gd name="connsiteX14-1393" fmla="*/ 667 w 1306267"/>
              <a:gd name="connsiteY14-1394" fmla="*/ 999105 h 1424419"/>
              <a:gd name="connsiteX15-1395" fmla="*/ 0 w 1306267"/>
              <a:gd name="connsiteY15-1396" fmla="*/ 972364 h 1424419"/>
              <a:gd name="connsiteX16-1397" fmla="*/ 2496 w 1306267"/>
              <a:gd name="connsiteY16-1398" fmla="*/ 463106 h 1424419"/>
              <a:gd name="connsiteX17-1399" fmla="*/ 2458 w 1306267"/>
              <a:gd name="connsiteY17-1400" fmla="*/ 429563 h 1424419"/>
              <a:gd name="connsiteX18-1401" fmla="*/ 75248 w 1306267"/>
              <a:gd name="connsiteY18-1402" fmla="*/ 303202 h 1424419"/>
              <a:gd name="connsiteX19-1403" fmla="*/ 106293 w 1306267"/>
              <a:gd name="connsiteY19-1404" fmla="*/ 282597 h 1424419"/>
              <a:gd name="connsiteX20-1405" fmla="*/ 541533 w 1306267"/>
              <a:gd name="connsiteY20-1406" fmla="*/ 38110 h 1424419"/>
              <a:gd name="connsiteX21-1407" fmla="*/ 653528 w 1306267"/>
              <a:gd name="connsiteY21-1408" fmla="*/ 0 h 1424419"/>
              <a:gd name="connsiteX0-1409" fmla="*/ 653528 w 1306267"/>
              <a:gd name="connsiteY0-1410" fmla="*/ 0 h 1424419"/>
              <a:gd name="connsiteX1-1411" fmla="*/ 757287 w 1306267"/>
              <a:gd name="connsiteY1-1412" fmla="*/ 32444 h 1424419"/>
              <a:gd name="connsiteX2-1413" fmla="*/ 1206876 w 1306267"/>
              <a:gd name="connsiteY2-1414" fmla="*/ 284945 h 1424419"/>
              <a:gd name="connsiteX3-1415" fmla="*/ 1237706 w 1306267"/>
              <a:gd name="connsiteY3-1416" fmla="*/ 306775 h 1424419"/>
              <a:gd name="connsiteX4-1417" fmla="*/ 1301712 w 1306267"/>
              <a:gd name="connsiteY4-1418" fmla="*/ 442384 h 1424419"/>
              <a:gd name="connsiteX5-1419" fmla="*/ 1303099 w 1306267"/>
              <a:gd name="connsiteY5-1420" fmla="*/ 495558 h 1424419"/>
              <a:gd name="connsiteX6-1421" fmla="*/ 1303099 w 1306267"/>
              <a:gd name="connsiteY6-1422" fmla="*/ 952393 h 1424419"/>
              <a:gd name="connsiteX7-1423" fmla="*/ 1305306 w 1306267"/>
              <a:gd name="connsiteY7-1424" fmla="*/ 990115 h 1424419"/>
              <a:gd name="connsiteX8-1425" fmla="*/ 1255800 w 1306267"/>
              <a:gd name="connsiteY8-1426" fmla="*/ 1142552 h 1424419"/>
              <a:gd name="connsiteX9-1427" fmla="*/ 1172881 w 1306267"/>
              <a:gd name="connsiteY9-1428" fmla="*/ 1179342 h 1424419"/>
              <a:gd name="connsiteX10-1429" fmla="*/ 792288 w 1306267"/>
              <a:gd name="connsiteY10-1430" fmla="*/ 1385653 h 1424419"/>
              <a:gd name="connsiteX11-1431" fmla="*/ 522686 w 1306267"/>
              <a:gd name="connsiteY11-1432" fmla="*/ 1384922 h 1424419"/>
              <a:gd name="connsiteX12-1433" fmla="*/ 97009 w 1306267"/>
              <a:gd name="connsiteY12-1434" fmla="*/ 1161462 h 1424419"/>
              <a:gd name="connsiteX13-1435" fmla="*/ 44843 w 1306267"/>
              <a:gd name="connsiteY13-1436" fmla="*/ 1118989 h 1424419"/>
              <a:gd name="connsiteX14-1437" fmla="*/ 667 w 1306267"/>
              <a:gd name="connsiteY14-1438" fmla="*/ 999105 h 1424419"/>
              <a:gd name="connsiteX15-1439" fmla="*/ 0 w 1306267"/>
              <a:gd name="connsiteY15-1440" fmla="*/ 972364 h 1424419"/>
              <a:gd name="connsiteX16-1441" fmla="*/ 2496 w 1306267"/>
              <a:gd name="connsiteY16-1442" fmla="*/ 463106 h 1424419"/>
              <a:gd name="connsiteX17-1443" fmla="*/ 2458 w 1306267"/>
              <a:gd name="connsiteY17-1444" fmla="*/ 429563 h 1424419"/>
              <a:gd name="connsiteX18-1445" fmla="*/ 75248 w 1306267"/>
              <a:gd name="connsiteY18-1446" fmla="*/ 303202 h 1424419"/>
              <a:gd name="connsiteX19-1447" fmla="*/ 106293 w 1306267"/>
              <a:gd name="connsiteY19-1448" fmla="*/ 282597 h 1424419"/>
              <a:gd name="connsiteX20-1449" fmla="*/ 541533 w 1306267"/>
              <a:gd name="connsiteY20-1450" fmla="*/ 38110 h 1424419"/>
              <a:gd name="connsiteX21-1451" fmla="*/ 653528 w 1306267"/>
              <a:gd name="connsiteY21-1452" fmla="*/ 0 h 1424419"/>
              <a:gd name="connsiteX0-1453" fmla="*/ 653528 w 1306267"/>
              <a:gd name="connsiteY0-1454" fmla="*/ 0 h 1424419"/>
              <a:gd name="connsiteX1-1455" fmla="*/ 757287 w 1306267"/>
              <a:gd name="connsiteY1-1456" fmla="*/ 32444 h 1424419"/>
              <a:gd name="connsiteX2-1457" fmla="*/ 1206876 w 1306267"/>
              <a:gd name="connsiteY2-1458" fmla="*/ 284945 h 1424419"/>
              <a:gd name="connsiteX3-1459" fmla="*/ 1237706 w 1306267"/>
              <a:gd name="connsiteY3-1460" fmla="*/ 306775 h 1424419"/>
              <a:gd name="connsiteX4-1461" fmla="*/ 1301712 w 1306267"/>
              <a:gd name="connsiteY4-1462" fmla="*/ 442384 h 1424419"/>
              <a:gd name="connsiteX5-1463" fmla="*/ 1303099 w 1306267"/>
              <a:gd name="connsiteY5-1464" fmla="*/ 495558 h 1424419"/>
              <a:gd name="connsiteX6-1465" fmla="*/ 1303099 w 1306267"/>
              <a:gd name="connsiteY6-1466" fmla="*/ 952393 h 1424419"/>
              <a:gd name="connsiteX7-1467" fmla="*/ 1305306 w 1306267"/>
              <a:gd name="connsiteY7-1468" fmla="*/ 990115 h 1424419"/>
              <a:gd name="connsiteX8-1469" fmla="*/ 1255800 w 1306267"/>
              <a:gd name="connsiteY8-1470" fmla="*/ 1142552 h 1424419"/>
              <a:gd name="connsiteX9-1471" fmla="*/ 1172881 w 1306267"/>
              <a:gd name="connsiteY9-1472" fmla="*/ 1179342 h 1424419"/>
              <a:gd name="connsiteX10-1473" fmla="*/ 792288 w 1306267"/>
              <a:gd name="connsiteY10-1474" fmla="*/ 1385653 h 1424419"/>
              <a:gd name="connsiteX11-1475" fmla="*/ 522686 w 1306267"/>
              <a:gd name="connsiteY11-1476" fmla="*/ 1384922 h 1424419"/>
              <a:gd name="connsiteX12-1477" fmla="*/ 97009 w 1306267"/>
              <a:gd name="connsiteY12-1478" fmla="*/ 1161462 h 1424419"/>
              <a:gd name="connsiteX13-1479" fmla="*/ 44843 w 1306267"/>
              <a:gd name="connsiteY13-1480" fmla="*/ 1118989 h 1424419"/>
              <a:gd name="connsiteX14-1481" fmla="*/ 667 w 1306267"/>
              <a:gd name="connsiteY14-1482" fmla="*/ 999105 h 1424419"/>
              <a:gd name="connsiteX15-1483" fmla="*/ 0 w 1306267"/>
              <a:gd name="connsiteY15-1484" fmla="*/ 972364 h 1424419"/>
              <a:gd name="connsiteX16-1485" fmla="*/ 2496 w 1306267"/>
              <a:gd name="connsiteY16-1486" fmla="*/ 463106 h 1424419"/>
              <a:gd name="connsiteX17-1487" fmla="*/ 2458 w 1306267"/>
              <a:gd name="connsiteY17-1488" fmla="*/ 429563 h 1424419"/>
              <a:gd name="connsiteX18-1489" fmla="*/ 75248 w 1306267"/>
              <a:gd name="connsiteY18-1490" fmla="*/ 303202 h 1424419"/>
              <a:gd name="connsiteX19-1491" fmla="*/ 106293 w 1306267"/>
              <a:gd name="connsiteY19-1492" fmla="*/ 282597 h 1424419"/>
              <a:gd name="connsiteX20-1493" fmla="*/ 541533 w 1306267"/>
              <a:gd name="connsiteY20-1494" fmla="*/ 38110 h 1424419"/>
              <a:gd name="connsiteX21-1495" fmla="*/ 653528 w 1306267"/>
              <a:gd name="connsiteY21-1496" fmla="*/ 0 h 1424419"/>
              <a:gd name="connsiteX0-1497" fmla="*/ 653528 w 1306267"/>
              <a:gd name="connsiteY0-1498" fmla="*/ 0 h 1424419"/>
              <a:gd name="connsiteX1-1499" fmla="*/ 757287 w 1306267"/>
              <a:gd name="connsiteY1-1500" fmla="*/ 32444 h 1424419"/>
              <a:gd name="connsiteX2-1501" fmla="*/ 1206876 w 1306267"/>
              <a:gd name="connsiteY2-1502" fmla="*/ 284945 h 1424419"/>
              <a:gd name="connsiteX3-1503" fmla="*/ 1237706 w 1306267"/>
              <a:gd name="connsiteY3-1504" fmla="*/ 306775 h 1424419"/>
              <a:gd name="connsiteX4-1505" fmla="*/ 1301712 w 1306267"/>
              <a:gd name="connsiteY4-1506" fmla="*/ 442384 h 1424419"/>
              <a:gd name="connsiteX5-1507" fmla="*/ 1303099 w 1306267"/>
              <a:gd name="connsiteY5-1508" fmla="*/ 495558 h 1424419"/>
              <a:gd name="connsiteX6-1509" fmla="*/ 1303099 w 1306267"/>
              <a:gd name="connsiteY6-1510" fmla="*/ 952393 h 1424419"/>
              <a:gd name="connsiteX7-1511" fmla="*/ 1305306 w 1306267"/>
              <a:gd name="connsiteY7-1512" fmla="*/ 990115 h 1424419"/>
              <a:gd name="connsiteX8-1513" fmla="*/ 1255800 w 1306267"/>
              <a:gd name="connsiteY8-1514" fmla="*/ 1142552 h 1424419"/>
              <a:gd name="connsiteX9-1515" fmla="*/ 1172881 w 1306267"/>
              <a:gd name="connsiteY9-1516" fmla="*/ 1179342 h 1424419"/>
              <a:gd name="connsiteX10-1517" fmla="*/ 792288 w 1306267"/>
              <a:gd name="connsiteY10-1518" fmla="*/ 1385653 h 1424419"/>
              <a:gd name="connsiteX11-1519" fmla="*/ 522686 w 1306267"/>
              <a:gd name="connsiteY11-1520" fmla="*/ 1384922 h 1424419"/>
              <a:gd name="connsiteX12-1521" fmla="*/ 94302 w 1306267"/>
              <a:gd name="connsiteY12-1522" fmla="*/ 1158755 h 1424419"/>
              <a:gd name="connsiteX13-1523" fmla="*/ 44843 w 1306267"/>
              <a:gd name="connsiteY13-1524" fmla="*/ 1118989 h 1424419"/>
              <a:gd name="connsiteX14-1525" fmla="*/ 667 w 1306267"/>
              <a:gd name="connsiteY14-1526" fmla="*/ 999105 h 1424419"/>
              <a:gd name="connsiteX15-1527" fmla="*/ 0 w 1306267"/>
              <a:gd name="connsiteY15-1528" fmla="*/ 972364 h 1424419"/>
              <a:gd name="connsiteX16-1529" fmla="*/ 2496 w 1306267"/>
              <a:gd name="connsiteY16-1530" fmla="*/ 463106 h 1424419"/>
              <a:gd name="connsiteX17-1531" fmla="*/ 2458 w 1306267"/>
              <a:gd name="connsiteY17-1532" fmla="*/ 429563 h 1424419"/>
              <a:gd name="connsiteX18-1533" fmla="*/ 75248 w 1306267"/>
              <a:gd name="connsiteY18-1534" fmla="*/ 303202 h 1424419"/>
              <a:gd name="connsiteX19-1535" fmla="*/ 106293 w 1306267"/>
              <a:gd name="connsiteY19-1536" fmla="*/ 282597 h 1424419"/>
              <a:gd name="connsiteX20-1537" fmla="*/ 541533 w 1306267"/>
              <a:gd name="connsiteY20-1538" fmla="*/ 38110 h 1424419"/>
              <a:gd name="connsiteX21-1539" fmla="*/ 653528 w 1306267"/>
              <a:gd name="connsiteY21-1540" fmla="*/ 0 h 1424419"/>
              <a:gd name="connsiteX0-1541" fmla="*/ 653528 w 1306267"/>
              <a:gd name="connsiteY0-1542" fmla="*/ 0 h 1424419"/>
              <a:gd name="connsiteX1-1543" fmla="*/ 757287 w 1306267"/>
              <a:gd name="connsiteY1-1544" fmla="*/ 32444 h 1424419"/>
              <a:gd name="connsiteX2-1545" fmla="*/ 1206876 w 1306267"/>
              <a:gd name="connsiteY2-1546" fmla="*/ 284945 h 1424419"/>
              <a:gd name="connsiteX3-1547" fmla="*/ 1237706 w 1306267"/>
              <a:gd name="connsiteY3-1548" fmla="*/ 306775 h 1424419"/>
              <a:gd name="connsiteX4-1549" fmla="*/ 1301712 w 1306267"/>
              <a:gd name="connsiteY4-1550" fmla="*/ 442384 h 1424419"/>
              <a:gd name="connsiteX5-1551" fmla="*/ 1303099 w 1306267"/>
              <a:gd name="connsiteY5-1552" fmla="*/ 495558 h 1424419"/>
              <a:gd name="connsiteX6-1553" fmla="*/ 1303099 w 1306267"/>
              <a:gd name="connsiteY6-1554" fmla="*/ 952393 h 1424419"/>
              <a:gd name="connsiteX7-1555" fmla="*/ 1305306 w 1306267"/>
              <a:gd name="connsiteY7-1556" fmla="*/ 990115 h 1424419"/>
              <a:gd name="connsiteX8-1557" fmla="*/ 1255800 w 1306267"/>
              <a:gd name="connsiteY8-1558" fmla="*/ 1142552 h 1424419"/>
              <a:gd name="connsiteX9-1559" fmla="*/ 1172881 w 1306267"/>
              <a:gd name="connsiteY9-1560" fmla="*/ 1179342 h 1424419"/>
              <a:gd name="connsiteX10-1561" fmla="*/ 792288 w 1306267"/>
              <a:gd name="connsiteY10-1562" fmla="*/ 1385653 h 1424419"/>
              <a:gd name="connsiteX11-1563" fmla="*/ 522686 w 1306267"/>
              <a:gd name="connsiteY11-1564" fmla="*/ 1384922 h 1424419"/>
              <a:gd name="connsiteX12-1565" fmla="*/ 94302 w 1306267"/>
              <a:gd name="connsiteY12-1566" fmla="*/ 1158755 h 1424419"/>
              <a:gd name="connsiteX13-1567" fmla="*/ 39429 w 1306267"/>
              <a:gd name="connsiteY13-1568" fmla="*/ 1117635 h 1424419"/>
              <a:gd name="connsiteX14-1569" fmla="*/ 667 w 1306267"/>
              <a:gd name="connsiteY14-1570" fmla="*/ 999105 h 1424419"/>
              <a:gd name="connsiteX15-1571" fmla="*/ 0 w 1306267"/>
              <a:gd name="connsiteY15-1572" fmla="*/ 972364 h 1424419"/>
              <a:gd name="connsiteX16-1573" fmla="*/ 2496 w 1306267"/>
              <a:gd name="connsiteY16-1574" fmla="*/ 463106 h 1424419"/>
              <a:gd name="connsiteX17-1575" fmla="*/ 2458 w 1306267"/>
              <a:gd name="connsiteY17-1576" fmla="*/ 429563 h 1424419"/>
              <a:gd name="connsiteX18-1577" fmla="*/ 75248 w 1306267"/>
              <a:gd name="connsiteY18-1578" fmla="*/ 303202 h 1424419"/>
              <a:gd name="connsiteX19-1579" fmla="*/ 106293 w 1306267"/>
              <a:gd name="connsiteY19-1580" fmla="*/ 282597 h 1424419"/>
              <a:gd name="connsiteX20-1581" fmla="*/ 541533 w 1306267"/>
              <a:gd name="connsiteY20-1582" fmla="*/ 38110 h 1424419"/>
              <a:gd name="connsiteX21-1583" fmla="*/ 653528 w 1306267"/>
              <a:gd name="connsiteY21-1584" fmla="*/ 0 h 1424419"/>
              <a:gd name="connsiteX0-1585" fmla="*/ 653528 w 1305333"/>
              <a:gd name="connsiteY0-1586" fmla="*/ 0 h 1424419"/>
              <a:gd name="connsiteX1-1587" fmla="*/ 757287 w 1305333"/>
              <a:gd name="connsiteY1-1588" fmla="*/ 32444 h 1424419"/>
              <a:gd name="connsiteX2-1589" fmla="*/ 1206876 w 1305333"/>
              <a:gd name="connsiteY2-1590" fmla="*/ 284945 h 1424419"/>
              <a:gd name="connsiteX3-1591" fmla="*/ 1237706 w 1305333"/>
              <a:gd name="connsiteY3-1592" fmla="*/ 306775 h 1424419"/>
              <a:gd name="connsiteX4-1593" fmla="*/ 1301712 w 1305333"/>
              <a:gd name="connsiteY4-1594" fmla="*/ 442384 h 1424419"/>
              <a:gd name="connsiteX5-1595" fmla="*/ 1303099 w 1305333"/>
              <a:gd name="connsiteY5-1596" fmla="*/ 495558 h 1424419"/>
              <a:gd name="connsiteX6-1597" fmla="*/ 1303099 w 1305333"/>
              <a:gd name="connsiteY6-1598" fmla="*/ 952393 h 1424419"/>
              <a:gd name="connsiteX7-1599" fmla="*/ 1305306 w 1305333"/>
              <a:gd name="connsiteY7-1600" fmla="*/ 990115 h 1424419"/>
              <a:gd name="connsiteX8-1601" fmla="*/ 1227376 w 1305333"/>
              <a:gd name="connsiteY8-1602" fmla="*/ 1152027 h 1424419"/>
              <a:gd name="connsiteX9-1603" fmla="*/ 1172881 w 1305333"/>
              <a:gd name="connsiteY9-1604" fmla="*/ 1179342 h 1424419"/>
              <a:gd name="connsiteX10-1605" fmla="*/ 792288 w 1305333"/>
              <a:gd name="connsiteY10-1606" fmla="*/ 1385653 h 1424419"/>
              <a:gd name="connsiteX11-1607" fmla="*/ 522686 w 1305333"/>
              <a:gd name="connsiteY11-1608" fmla="*/ 1384922 h 1424419"/>
              <a:gd name="connsiteX12-1609" fmla="*/ 94302 w 1305333"/>
              <a:gd name="connsiteY12-1610" fmla="*/ 1158755 h 1424419"/>
              <a:gd name="connsiteX13-1611" fmla="*/ 39429 w 1305333"/>
              <a:gd name="connsiteY13-1612" fmla="*/ 1117635 h 1424419"/>
              <a:gd name="connsiteX14-1613" fmla="*/ 667 w 1305333"/>
              <a:gd name="connsiteY14-1614" fmla="*/ 999105 h 1424419"/>
              <a:gd name="connsiteX15-1615" fmla="*/ 0 w 1305333"/>
              <a:gd name="connsiteY15-1616" fmla="*/ 972364 h 1424419"/>
              <a:gd name="connsiteX16-1617" fmla="*/ 2496 w 1305333"/>
              <a:gd name="connsiteY16-1618" fmla="*/ 463106 h 1424419"/>
              <a:gd name="connsiteX17-1619" fmla="*/ 2458 w 1305333"/>
              <a:gd name="connsiteY17-1620" fmla="*/ 429563 h 1424419"/>
              <a:gd name="connsiteX18-1621" fmla="*/ 75248 w 1305333"/>
              <a:gd name="connsiteY18-1622" fmla="*/ 303202 h 1424419"/>
              <a:gd name="connsiteX19-1623" fmla="*/ 106293 w 1305333"/>
              <a:gd name="connsiteY19-1624" fmla="*/ 282597 h 1424419"/>
              <a:gd name="connsiteX20-1625" fmla="*/ 541533 w 1305333"/>
              <a:gd name="connsiteY20-1626" fmla="*/ 38110 h 1424419"/>
              <a:gd name="connsiteX21-1627" fmla="*/ 653528 w 1305333"/>
              <a:gd name="connsiteY21-1628" fmla="*/ 0 h 1424419"/>
              <a:gd name="connsiteX0-1629" fmla="*/ 653528 w 1305333"/>
              <a:gd name="connsiteY0-1630" fmla="*/ 0 h 1424419"/>
              <a:gd name="connsiteX1-1631" fmla="*/ 757287 w 1305333"/>
              <a:gd name="connsiteY1-1632" fmla="*/ 32444 h 1424419"/>
              <a:gd name="connsiteX2-1633" fmla="*/ 1206876 w 1305333"/>
              <a:gd name="connsiteY2-1634" fmla="*/ 284945 h 1424419"/>
              <a:gd name="connsiteX3-1635" fmla="*/ 1237706 w 1305333"/>
              <a:gd name="connsiteY3-1636" fmla="*/ 306775 h 1424419"/>
              <a:gd name="connsiteX4-1637" fmla="*/ 1301712 w 1305333"/>
              <a:gd name="connsiteY4-1638" fmla="*/ 442384 h 1424419"/>
              <a:gd name="connsiteX5-1639" fmla="*/ 1303099 w 1305333"/>
              <a:gd name="connsiteY5-1640" fmla="*/ 495558 h 1424419"/>
              <a:gd name="connsiteX6-1641" fmla="*/ 1303099 w 1305333"/>
              <a:gd name="connsiteY6-1642" fmla="*/ 952393 h 1424419"/>
              <a:gd name="connsiteX7-1643" fmla="*/ 1302599 w 1305333"/>
              <a:gd name="connsiteY7-1644" fmla="*/ 1003650 h 1424419"/>
              <a:gd name="connsiteX8-1645" fmla="*/ 1227376 w 1305333"/>
              <a:gd name="connsiteY8-1646" fmla="*/ 1152027 h 1424419"/>
              <a:gd name="connsiteX9-1647" fmla="*/ 1172881 w 1305333"/>
              <a:gd name="connsiteY9-1648" fmla="*/ 1179342 h 1424419"/>
              <a:gd name="connsiteX10-1649" fmla="*/ 792288 w 1305333"/>
              <a:gd name="connsiteY10-1650" fmla="*/ 1385653 h 1424419"/>
              <a:gd name="connsiteX11-1651" fmla="*/ 522686 w 1305333"/>
              <a:gd name="connsiteY11-1652" fmla="*/ 1384922 h 1424419"/>
              <a:gd name="connsiteX12-1653" fmla="*/ 94302 w 1305333"/>
              <a:gd name="connsiteY12-1654" fmla="*/ 1158755 h 1424419"/>
              <a:gd name="connsiteX13-1655" fmla="*/ 39429 w 1305333"/>
              <a:gd name="connsiteY13-1656" fmla="*/ 1117635 h 1424419"/>
              <a:gd name="connsiteX14-1657" fmla="*/ 667 w 1305333"/>
              <a:gd name="connsiteY14-1658" fmla="*/ 999105 h 1424419"/>
              <a:gd name="connsiteX15-1659" fmla="*/ 0 w 1305333"/>
              <a:gd name="connsiteY15-1660" fmla="*/ 972364 h 1424419"/>
              <a:gd name="connsiteX16-1661" fmla="*/ 2496 w 1305333"/>
              <a:gd name="connsiteY16-1662" fmla="*/ 463106 h 1424419"/>
              <a:gd name="connsiteX17-1663" fmla="*/ 2458 w 1305333"/>
              <a:gd name="connsiteY17-1664" fmla="*/ 429563 h 1424419"/>
              <a:gd name="connsiteX18-1665" fmla="*/ 75248 w 1305333"/>
              <a:gd name="connsiteY18-1666" fmla="*/ 303202 h 1424419"/>
              <a:gd name="connsiteX19-1667" fmla="*/ 106293 w 1305333"/>
              <a:gd name="connsiteY19-1668" fmla="*/ 282597 h 1424419"/>
              <a:gd name="connsiteX20-1669" fmla="*/ 541533 w 1305333"/>
              <a:gd name="connsiteY20-1670" fmla="*/ 38110 h 1424419"/>
              <a:gd name="connsiteX21-1671" fmla="*/ 653528 w 1305333"/>
              <a:gd name="connsiteY21-1672" fmla="*/ 0 h 1424419"/>
              <a:gd name="connsiteX0-1673" fmla="*/ 653528 w 1305080"/>
              <a:gd name="connsiteY0-1674" fmla="*/ 0 h 1424419"/>
              <a:gd name="connsiteX1-1675" fmla="*/ 757287 w 1305080"/>
              <a:gd name="connsiteY1-1676" fmla="*/ 32444 h 1424419"/>
              <a:gd name="connsiteX2-1677" fmla="*/ 1206876 w 1305080"/>
              <a:gd name="connsiteY2-1678" fmla="*/ 284945 h 1424419"/>
              <a:gd name="connsiteX3-1679" fmla="*/ 1237706 w 1305080"/>
              <a:gd name="connsiteY3-1680" fmla="*/ 306775 h 1424419"/>
              <a:gd name="connsiteX4-1681" fmla="*/ 1301712 w 1305080"/>
              <a:gd name="connsiteY4-1682" fmla="*/ 442384 h 1424419"/>
              <a:gd name="connsiteX5-1683" fmla="*/ 1303099 w 1305080"/>
              <a:gd name="connsiteY5-1684" fmla="*/ 495558 h 1424419"/>
              <a:gd name="connsiteX6-1685" fmla="*/ 1301746 w 1305080"/>
              <a:gd name="connsiteY6-1686" fmla="*/ 953747 h 1424419"/>
              <a:gd name="connsiteX7-1687" fmla="*/ 1302599 w 1305080"/>
              <a:gd name="connsiteY7-1688" fmla="*/ 1003650 h 1424419"/>
              <a:gd name="connsiteX8-1689" fmla="*/ 1227376 w 1305080"/>
              <a:gd name="connsiteY8-1690" fmla="*/ 1152027 h 1424419"/>
              <a:gd name="connsiteX9-1691" fmla="*/ 1172881 w 1305080"/>
              <a:gd name="connsiteY9-1692" fmla="*/ 1179342 h 1424419"/>
              <a:gd name="connsiteX10-1693" fmla="*/ 792288 w 1305080"/>
              <a:gd name="connsiteY10-1694" fmla="*/ 1385653 h 1424419"/>
              <a:gd name="connsiteX11-1695" fmla="*/ 522686 w 1305080"/>
              <a:gd name="connsiteY11-1696" fmla="*/ 1384922 h 1424419"/>
              <a:gd name="connsiteX12-1697" fmla="*/ 94302 w 1305080"/>
              <a:gd name="connsiteY12-1698" fmla="*/ 1158755 h 1424419"/>
              <a:gd name="connsiteX13-1699" fmla="*/ 39429 w 1305080"/>
              <a:gd name="connsiteY13-1700" fmla="*/ 1117635 h 1424419"/>
              <a:gd name="connsiteX14-1701" fmla="*/ 667 w 1305080"/>
              <a:gd name="connsiteY14-1702" fmla="*/ 999105 h 1424419"/>
              <a:gd name="connsiteX15-1703" fmla="*/ 0 w 1305080"/>
              <a:gd name="connsiteY15-1704" fmla="*/ 972364 h 1424419"/>
              <a:gd name="connsiteX16-1705" fmla="*/ 2496 w 1305080"/>
              <a:gd name="connsiteY16-1706" fmla="*/ 463106 h 1424419"/>
              <a:gd name="connsiteX17-1707" fmla="*/ 2458 w 1305080"/>
              <a:gd name="connsiteY17-1708" fmla="*/ 429563 h 1424419"/>
              <a:gd name="connsiteX18-1709" fmla="*/ 75248 w 1305080"/>
              <a:gd name="connsiteY18-1710" fmla="*/ 303202 h 1424419"/>
              <a:gd name="connsiteX19-1711" fmla="*/ 106293 w 1305080"/>
              <a:gd name="connsiteY19-1712" fmla="*/ 282597 h 1424419"/>
              <a:gd name="connsiteX20-1713" fmla="*/ 541533 w 1305080"/>
              <a:gd name="connsiteY20-1714" fmla="*/ 38110 h 1424419"/>
              <a:gd name="connsiteX21-1715" fmla="*/ 653528 w 1305080"/>
              <a:gd name="connsiteY21-1716" fmla="*/ 0 h 1424419"/>
              <a:gd name="connsiteX0-1717" fmla="*/ 653528 w 1305299"/>
              <a:gd name="connsiteY0-1718" fmla="*/ 0 h 1424419"/>
              <a:gd name="connsiteX1-1719" fmla="*/ 757287 w 1305299"/>
              <a:gd name="connsiteY1-1720" fmla="*/ 32444 h 1424419"/>
              <a:gd name="connsiteX2-1721" fmla="*/ 1206876 w 1305299"/>
              <a:gd name="connsiteY2-1722" fmla="*/ 284945 h 1424419"/>
              <a:gd name="connsiteX3-1723" fmla="*/ 1237706 w 1305299"/>
              <a:gd name="connsiteY3-1724" fmla="*/ 306775 h 1424419"/>
              <a:gd name="connsiteX4-1725" fmla="*/ 1301712 w 1305299"/>
              <a:gd name="connsiteY4-1726" fmla="*/ 442384 h 1424419"/>
              <a:gd name="connsiteX5-1727" fmla="*/ 1303099 w 1305299"/>
              <a:gd name="connsiteY5-1728" fmla="*/ 495558 h 1424419"/>
              <a:gd name="connsiteX6-1729" fmla="*/ 1301746 w 1305299"/>
              <a:gd name="connsiteY6-1730" fmla="*/ 953747 h 1424419"/>
              <a:gd name="connsiteX7-1731" fmla="*/ 1302599 w 1305299"/>
              <a:gd name="connsiteY7-1732" fmla="*/ 1003650 h 1424419"/>
              <a:gd name="connsiteX8-1733" fmla="*/ 1227376 w 1305299"/>
              <a:gd name="connsiteY8-1734" fmla="*/ 1152027 h 1424419"/>
              <a:gd name="connsiteX9-1735" fmla="*/ 1172881 w 1305299"/>
              <a:gd name="connsiteY9-1736" fmla="*/ 1179342 h 1424419"/>
              <a:gd name="connsiteX10-1737" fmla="*/ 792288 w 1305299"/>
              <a:gd name="connsiteY10-1738" fmla="*/ 1385653 h 1424419"/>
              <a:gd name="connsiteX11-1739" fmla="*/ 522686 w 1305299"/>
              <a:gd name="connsiteY11-1740" fmla="*/ 1384922 h 1424419"/>
              <a:gd name="connsiteX12-1741" fmla="*/ 94302 w 1305299"/>
              <a:gd name="connsiteY12-1742" fmla="*/ 1158755 h 1424419"/>
              <a:gd name="connsiteX13-1743" fmla="*/ 39429 w 1305299"/>
              <a:gd name="connsiteY13-1744" fmla="*/ 1117635 h 1424419"/>
              <a:gd name="connsiteX14-1745" fmla="*/ 667 w 1305299"/>
              <a:gd name="connsiteY14-1746" fmla="*/ 999105 h 1424419"/>
              <a:gd name="connsiteX15-1747" fmla="*/ 0 w 1305299"/>
              <a:gd name="connsiteY15-1748" fmla="*/ 972364 h 1424419"/>
              <a:gd name="connsiteX16-1749" fmla="*/ 2496 w 1305299"/>
              <a:gd name="connsiteY16-1750" fmla="*/ 463106 h 1424419"/>
              <a:gd name="connsiteX17-1751" fmla="*/ 2458 w 1305299"/>
              <a:gd name="connsiteY17-1752" fmla="*/ 429563 h 1424419"/>
              <a:gd name="connsiteX18-1753" fmla="*/ 75248 w 1305299"/>
              <a:gd name="connsiteY18-1754" fmla="*/ 303202 h 1424419"/>
              <a:gd name="connsiteX19-1755" fmla="*/ 106293 w 1305299"/>
              <a:gd name="connsiteY19-1756" fmla="*/ 282597 h 1424419"/>
              <a:gd name="connsiteX20-1757" fmla="*/ 541533 w 1305299"/>
              <a:gd name="connsiteY20-1758" fmla="*/ 38110 h 1424419"/>
              <a:gd name="connsiteX21-1759" fmla="*/ 653528 w 1305299"/>
              <a:gd name="connsiteY21-1760" fmla="*/ 0 h 1424419"/>
              <a:gd name="connsiteX0-1761" fmla="*/ 653528 w 1306646"/>
              <a:gd name="connsiteY0-1762" fmla="*/ 0 h 1424419"/>
              <a:gd name="connsiteX1-1763" fmla="*/ 757287 w 1306646"/>
              <a:gd name="connsiteY1-1764" fmla="*/ 32444 h 1424419"/>
              <a:gd name="connsiteX2-1765" fmla="*/ 1206876 w 1306646"/>
              <a:gd name="connsiteY2-1766" fmla="*/ 284945 h 1424419"/>
              <a:gd name="connsiteX3-1767" fmla="*/ 1237706 w 1306646"/>
              <a:gd name="connsiteY3-1768" fmla="*/ 306775 h 1424419"/>
              <a:gd name="connsiteX4-1769" fmla="*/ 1301712 w 1306646"/>
              <a:gd name="connsiteY4-1770" fmla="*/ 442384 h 1424419"/>
              <a:gd name="connsiteX5-1771" fmla="*/ 1303099 w 1306646"/>
              <a:gd name="connsiteY5-1772" fmla="*/ 495558 h 1424419"/>
              <a:gd name="connsiteX6-1773" fmla="*/ 1301746 w 1306646"/>
              <a:gd name="connsiteY6-1774" fmla="*/ 953747 h 1424419"/>
              <a:gd name="connsiteX7-1775" fmla="*/ 1302599 w 1306646"/>
              <a:gd name="connsiteY7-1776" fmla="*/ 1003650 h 1424419"/>
              <a:gd name="connsiteX8-1777" fmla="*/ 1227376 w 1306646"/>
              <a:gd name="connsiteY8-1778" fmla="*/ 1152027 h 1424419"/>
              <a:gd name="connsiteX9-1779" fmla="*/ 1172881 w 1306646"/>
              <a:gd name="connsiteY9-1780" fmla="*/ 1179342 h 1424419"/>
              <a:gd name="connsiteX10-1781" fmla="*/ 792288 w 1306646"/>
              <a:gd name="connsiteY10-1782" fmla="*/ 1385653 h 1424419"/>
              <a:gd name="connsiteX11-1783" fmla="*/ 522686 w 1306646"/>
              <a:gd name="connsiteY11-1784" fmla="*/ 1384922 h 1424419"/>
              <a:gd name="connsiteX12-1785" fmla="*/ 94302 w 1306646"/>
              <a:gd name="connsiteY12-1786" fmla="*/ 1158755 h 1424419"/>
              <a:gd name="connsiteX13-1787" fmla="*/ 39429 w 1306646"/>
              <a:gd name="connsiteY13-1788" fmla="*/ 1117635 h 1424419"/>
              <a:gd name="connsiteX14-1789" fmla="*/ 667 w 1306646"/>
              <a:gd name="connsiteY14-1790" fmla="*/ 999105 h 1424419"/>
              <a:gd name="connsiteX15-1791" fmla="*/ 0 w 1306646"/>
              <a:gd name="connsiteY15-1792" fmla="*/ 972364 h 1424419"/>
              <a:gd name="connsiteX16-1793" fmla="*/ 2496 w 1306646"/>
              <a:gd name="connsiteY16-1794" fmla="*/ 463106 h 1424419"/>
              <a:gd name="connsiteX17-1795" fmla="*/ 2458 w 1306646"/>
              <a:gd name="connsiteY17-1796" fmla="*/ 429563 h 1424419"/>
              <a:gd name="connsiteX18-1797" fmla="*/ 75248 w 1306646"/>
              <a:gd name="connsiteY18-1798" fmla="*/ 303202 h 1424419"/>
              <a:gd name="connsiteX19-1799" fmla="*/ 106293 w 1306646"/>
              <a:gd name="connsiteY19-1800" fmla="*/ 282597 h 1424419"/>
              <a:gd name="connsiteX20-1801" fmla="*/ 541533 w 1306646"/>
              <a:gd name="connsiteY20-1802" fmla="*/ 38110 h 1424419"/>
              <a:gd name="connsiteX21-1803" fmla="*/ 653528 w 1306646"/>
              <a:gd name="connsiteY21-1804" fmla="*/ 0 h 1424419"/>
              <a:gd name="connsiteX0-1805" fmla="*/ 653528 w 1305299"/>
              <a:gd name="connsiteY0-1806" fmla="*/ 0 h 1424419"/>
              <a:gd name="connsiteX1-1807" fmla="*/ 757287 w 1305299"/>
              <a:gd name="connsiteY1-1808" fmla="*/ 32444 h 1424419"/>
              <a:gd name="connsiteX2-1809" fmla="*/ 1206876 w 1305299"/>
              <a:gd name="connsiteY2-1810" fmla="*/ 284945 h 1424419"/>
              <a:gd name="connsiteX3-1811" fmla="*/ 1237706 w 1305299"/>
              <a:gd name="connsiteY3-1812" fmla="*/ 306775 h 1424419"/>
              <a:gd name="connsiteX4-1813" fmla="*/ 1301712 w 1305299"/>
              <a:gd name="connsiteY4-1814" fmla="*/ 442384 h 1424419"/>
              <a:gd name="connsiteX5-1815" fmla="*/ 1303099 w 1305299"/>
              <a:gd name="connsiteY5-1816" fmla="*/ 495558 h 1424419"/>
              <a:gd name="connsiteX6-1817" fmla="*/ 1301746 w 1305299"/>
              <a:gd name="connsiteY6-1818" fmla="*/ 953747 h 1424419"/>
              <a:gd name="connsiteX7-1819" fmla="*/ 1302599 w 1305299"/>
              <a:gd name="connsiteY7-1820" fmla="*/ 1003650 h 1424419"/>
              <a:gd name="connsiteX8-1821" fmla="*/ 1227376 w 1305299"/>
              <a:gd name="connsiteY8-1822" fmla="*/ 1152027 h 1424419"/>
              <a:gd name="connsiteX9-1823" fmla="*/ 1172881 w 1305299"/>
              <a:gd name="connsiteY9-1824" fmla="*/ 1179342 h 1424419"/>
              <a:gd name="connsiteX10-1825" fmla="*/ 792288 w 1305299"/>
              <a:gd name="connsiteY10-1826" fmla="*/ 1385653 h 1424419"/>
              <a:gd name="connsiteX11-1827" fmla="*/ 522686 w 1305299"/>
              <a:gd name="connsiteY11-1828" fmla="*/ 1384922 h 1424419"/>
              <a:gd name="connsiteX12-1829" fmla="*/ 94302 w 1305299"/>
              <a:gd name="connsiteY12-1830" fmla="*/ 1158755 h 1424419"/>
              <a:gd name="connsiteX13-1831" fmla="*/ 39429 w 1305299"/>
              <a:gd name="connsiteY13-1832" fmla="*/ 1117635 h 1424419"/>
              <a:gd name="connsiteX14-1833" fmla="*/ 667 w 1305299"/>
              <a:gd name="connsiteY14-1834" fmla="*/ 999105 h 1424419"/>
              <a:gd name="connsiteX15-1835" fmla="*/ 0 w 1305299"/>
              <a:gd name="connsiteY15-1836" fmla="*/ 972364 h 1424419"/>
              <a:gd name="connsiteX16-1837" fmla="*/ 2496 w 1305299"/>
              <a:gd name="connsiteY16-1838" fmla="*/ 463106 h 1424419"/>
              <a:gd name="connsiteX17-1839" fmla="*/ 2458 w 1305299"/>
              <a:gd name="connsiteY17-1840" fmla="*/ 429563 h 1424419"/>
              <a:gd name="connsiteX18-1841" fmla="*/ 75248 w 1305299"/>
              <a:gd name="connsiteY18-1842" fmla="*/ 303202 h 1424419"/>
              <a:gd name="connsiteX19-1843" fmla="*/ 106293 w 1305299"/>
              <a:gd name="connsiteY19-1844" fmla="*/ 282597 h 1424419"/>
              <a:gd name="connsiteX20-1845" fmla="*/ 541533 w 1305299"/>
              <a:gd name="connsiteY20-1846" fmla="*/ 38110 h 1424419"/>
              <a:gd name="connsiteX21-1847" fmla="*/ 653528 w 1305299"/>
              <a:gd name="connsiteY21-1848" fmla="*/ 0 h 1424419"/>
              <a:gd name="connsiteX0-1849" fmla="*/ 653528 w 1304127"/>
              <a:gd name="connsiteY0-1850" fmla="*/ 0 h 1424419"/>
              <a:gd name="connsiteX1-1851" fmla="*/ 757287 w 1304127"/>
              <a:gd name="connsiteY1-1852" fmla="*/ 32444 h 1424419"/>
              <a:gd name="connsiteX2-1853" fmla="*/ 1206876 w 1304127"/>
              <a:gd name="connsiteY2-1854" fmla="*/ 284945 h 1424419"/>
              <a:gd name="connsiteX3-1855" fmla="*/ 1237706 w 1304127"/>
              <a:gd name="connsiteY3-1856" fmla="*/ 306775 h 1424419"/>
              <a:gd name="connsiteX4-1857" fmla="*/ 1301712 w 1304127"/>
              <a:gd name="connsiteY4-1858" fmla="*/ 442384 h 1424419"/>
              <a:gd name="connsiteX5-1859" fmla="*/ 1303099 w 1304127"/>
              <a:gd name="connsiteY5-1860" fmla="*/ 495558 h 1424419"/>
              <a:gd name="connsiteX6-1861" fmla="*/ 1301746 w 1304127"/>
              <a:gd name="connsiteY6-1862" fmla="*/ 953747 h 1424419"/>
              <a:gd name="connsiteX7-1863" fmla="*/ 1302599 w 1304127"/>
              <a:gd name="connsiteY7-1864" fmla="*/ 1003650 h 1424419"/>
              <a:gd name="connsiteX8-1865" fmla="*/ 1227376 w 1304127"/>
              <a:gd name="connsiteY8-1866" fmla="*/ 1152027 h 1424419"/>
              <a:gd name="connsiteX9-1867" fmla="*/ 1172881 w 1304127"/>
              <a:gd name="connsiteY9-1868" fmla="*/ 1179342 h 1424419"/>
              <a:gd name="connsiteX10-1869" fmla="*/ 792288 w 1304127"/>
              <a:gd name="connsiteY10-1870" fmla="*/ 1385653 h 1424419"/>
              <a:gd name="connsiteX11-1871" fmla="*/ 522686 w 1304127"/>
              <a:gd name="connsiteY11-1872" fmla="*/ 1384922 h 1424419"/>
              <a:gd name="connsiteX12-1873" fmla="*/ 94302 w 1304127"/>
              <a:gd name="connsiteY12-1874" fmla="*/ 1158755 h 1424419"/>
              <a:gd name="connsiteX13-1875" fmla="*/ 39429 w 1304127"/>
              <a:gd name="connsiteY13-1876" fmla="*/ 1117635 h 1424419"/>
              <a:gd name="connsiteX14-1877" fmla="*/ 667 w 1304127"/>
              <a:gd name="connsiteY14-1878" fmla="*/ 999105 h 1424419"/>
              <a:gd name="connsiteX15-1879" fmla="*/ 0 w 1304127"/>
              <a:gd name="connsiteY15-1880" fmla="*/ 972364 h 1424419"/>
              <a:gd name="connsiteX16-1881" fmla="*/ 2496 w 1304127"/>
              <a:gd name="connsiteY16-1882" fmla="*/ 463106 h 1424419"/>
              <a:gd name="connsiteX17-1883" fmla="*/ 2458 w 1304127"/>
              <a:gd name="connsiteY17-1884" fmla="*/ 429563 h 1424419"/>
              <a:gd name="connsiteX18-1885" fmla="*/ 75248 w 1304127"/>
              <a:gd name="connsiteY18-1886" fmla="*/ 303202 h 1424419"/>
              <a:gd name="connsiteX19-1887" fmla="*/ 106293 w 1304127"/>
              <a:gd name="connsiteY19-1888" fmla="*/ 282597 h 1424419"/>
              <a:gd name="connsiteX20-1889" fmla="*/ 541533 w 1304127"/>
              <a:gd name="connsiteY20-1890" fmla="*/ 38110 h 1424419"/>
              <a:gd name="connsiteX21-1891" fmla="*/ 653528 w 1304127"/>
              <a:gd name="connsiteY21-1892" fmla="*/ 0 h 1424419"/>
              <a:gd name="connsiteX0-1893" fmla="*/ 653528 w 1306101"/>
              <a:gd name="connsiteY0-1894" fmla="*/ 0 h 1424419"/>
              <a:gd name="connsiteX1-1895" fmla="*/ 757287 w 1306101"/>
              <a:gd name="connsiteY1-1896" fmla="*/ 32444 h 1424419"/>
              <a:gd name="connsiteX2-1897" fmla="*/ 1206876 w 1306101"/>
              <a:gd name="connsiteY2-1898" fmla="*/ 284945 h 1424419"/>
              <a:gd name="connsiteX3-1899" fmla="*/ 1237706 w 1306101"/>
              <a:gd name="connsiteY3-1900" fmla="*/ 306775 h 1424419"/>
              <a:gd name="connsiteX4-1901" fmla="*/ 1305773 w 1306101"/>
              <a:gd name="connsiteY4-1902" fmla="*/ 442384 h 1424419"/>
              <a:gd name="connsiteX5-1903" fmla="*/ 1303099 w 1306101"/>
              <a:gd name="connsiteY5-1904" fmla="*/ 495558 h 1424419"/>
              <a:gd name="connsiteX6-1905" fmla="*/ 1301746 w 1306101"/>
              <a:gd name="connsiteY6-1906" fmla="*/ 953747 h 1424419"/>
              <a:gd name="connsiteX7-1907" fmla="*/ 1302599 w 1306101"/>
              <a:gd name="connsiteY7-1908" fmla="*/ 1003650 h 1424419"/>
              <a:gd name="connsiteX8-1909" fmla="*/ 1227376 w 1306101"/>
              <a:gd name="connsiteY8-1910" fmla="*/ 1152027 h 1424419"/>
              <a:gd name="connsiteX9-1911" fmla="*/ 1172881 w 1306101"/>
              <a:gd name="connsiteY9-1912" fmla="*/ 1179342 h 1424419"/>
              <a:gd name="connsiteX10-1913" fmla="*/ 792288 w 1306101"/>
              <a:gd name="connsiteY10-1914" fmla="*/ 1385653 h 1424419"/>
              <a:gd name="connsiteX11-1915" fmla="*/ 522686 w 1306101"/>
              <a:gd name="connsiteY11-1916" fmla="*/ 1384922 h 1424419"/>
              <a:gd name="connsiteX12-1917" fmla="*/ 94302 w 1306101"/>
              <a:gd name="connsiteY12-1918" fmla="*/ 1158755 h 1424419"/>
              <a:gd name="connsiteX13-1919" fmla="*/ 39429 w 1306101"/>
              <a:gd name="connsiteY13-1920" fmla="*/ 1117635 h 1424419"/>
              <a:gd name="connsiteX14-1921" fmla="*/ 667 w 1306101"/>
              <a:gd name="connsiteY14-1922" fmla="*/ 999105 h 1424419"/>
              <a:gd name="connsiteX15-1923" fmla="*/ 0 w 1306101"/>
              <a:gd name="connsiteY15-1924" fmla="*/ 972364 h 1424419"/>
              <a:gd name="connsiteX16-1925" fmla="*/ 2496 w 1306101"/>
              <a:gd name="connsiteY16-1926" fmla="*/ 463106 h 1424419"/>
              <a:gd name="connsiteX17-1927" fmla="*/ 2458 w 1306101"/>
              <a:gd name="connsiteY17-1928" fmla="*/ 429563 h 1424419"/>
              <a:gd name="connsiteX18-1929" fmla="*/ 75248 w 1306101"/>
              <a:gd name="connsiteY18-1930" fmla="*/ 303202 h 1424419"/>
              <a:gd name="connsiteX19-1931" fmla="*/ 106293 w 1306101"/>
              <a:gd name="connsiteY19-1932" fmla="*/ 282597 h 1424419"/>
              <a:gd name="connsiteX20-1933" fmla="*/ 541533 w 1306101"/>
              <a:gd name="connsiteY20-1934" fmla="*/ 38110 h 1424419"/>
              <a:gd name="connsiteX21-1935" fmla="*/ 653528 w 1306101"/>
              <a:gd name="connsiteY21-1936" fmla="*/ 0 h 1424419"/>
              <a:gd name="connsiteX0-1937" fmla="*/ 653528 w 1304819"/>
              <a:gd name="connsiteY0-1938" fmla="*/ 0 h 1424419"/>
              <a:gd name="connsiteX1-1939" fmla="*/ 757287 w 1304819"/>
              <a:gd name="connsiteY1-1940" fmla="*/ 32444 h 1424419"/>
              <a:gd name="connsiteX2-1941" fmla="*/ 1206876 w 1304819"/>
              <a:gd name="connsiteY2-1942" fmla="*/ 284945 h 1424419"/>
              <a:gd name="connsiteX3-1943" fmla="*/ 1237706 w 1304819"/>
              <a:gd name="connsiteY3-1944" fmla="*/ 306775 h 1424419"/>
              <a:gd name="connsiteX4-1945" fmla="*/ 1304420 w 1304819"/>
              <a:gd name="connsiteY4-1946" fmla="*/ 434263 h 1424419"/>
              <a:gd name="connsiteX5-1947" fmla="*/ 1303099 w 1304819"/>
              <a:gd name="connsiteY5-1948" fmla="*/ 495558 h 1424419"/>
              <a:gd name="connsiteX6-1949" fmla="*/ 1301746 w 1304819"/>
              <a:gd name="connsiteY6-1950" fmla="*/ 953747 h 1424419"/>
              <a:gd name="connsiteX7-1951" fmla="*/ 1302599 w 1304819"/>
              <a:gd name="connsiteY7-1952" fmla="*/ 1003650 h 1424419"/>
              <a:gd name="connsiteX8-1953" fmla="*/ 1227376 w 1304819"/>
              <a:gd name="connsiteY8-1954" fmla="*/ 1152027 h 1424419"/>
              <a:gd name="connsiteX9-1955" fmla="*/ 1172881 w 1304819"/>
              <a:gd name="connsiteY9-1956" fmla="*/ 1179342 h 1424419"/>
              <a:gd name="connsiteX10-1957" fmla="*/ 792288 w 1304819"/>
              <a:gd name="connsiteY10-1958" fmla="*/ 1385653 h 1424419"/>
              <a:gd name="connsiteX11-1959" fmla="*/ 522686 w 1304819"/>
              <a:gd name="connsiteY11-1960" fmla="*/ 1384922 h 1424419"/>
              <a:gd name="connsiteX12-1961" fmla="*/ 94302 w 1304819"/>
              <a:gd name="connsiteY12-1962" fmla="*/ 1158755 h 1424419"/>
              <a:gd name="connsiteX13-1963" fmla="*/ 39429 w 1304819"/>
              <a:gd name="connsiteY13-1964" fmla="*/ 1117635 h 1424419"/>
              <a:gd name="connsiteX14-1965" fmla="*/ 667 w 1304819"/>
              <a:gd name="connsiteY14-1966" fmla="*/ 999105 h 1424419"/>
              <a:gd name="connsiteX15-1967" fmla="*/ 0 w 1304819"/>
              <a:gd name="connsiteY15-1968" fmla="*/ 972364 h 1424419"/>
              <a:gd name="connsiteX16-1969" fmla="*/ 2496 w 1304819"/>
              <a:gd name="connsiteY16-1970" fmla="*/ 463106 h 1424419"/>
              <a:gd name="connsiteX17-1971" fmla="*/ 2458 w 1304819"/>
              <a:gd name="connsiteY17-1972" fmla="*/ 429563 h 1424419"/>
              <a:gd name="connsiteX18-1973" fmla="*/ 75248 w 1304819"/>
              <a:gd name="connsiteY18-1974" fmla="*/ 303202 h 1424419"/>
              <a:gd name="connsiteX19-1975" fmla="*/ 106293 w 1304819"/>
              <a:gd name="connsiteY19-1976" fmla="*/ 282597 h 1424419"/>
              <a:gd name="connsiteX20-1977" fmla="*/ 541533 w 1304819"/>
              <a:gd name="connsiteY20-1978" fmla="*/ 38110 h 1424419"/>
              <a:gd name="connsiteX21-1979" fmla="*/ 653528 w 1304819"/>
              <a:gd name="connsiteY21-1980" fmla="*/ 0 h 1424419"/>
              <a:gd name="connsiteX0-1981" fmla="*/ 653528 w 1306525"/>
              <a:gd name="connsiteY0-1982" fmla="*/ 0 h 1424419"/>
              <a:gd name="connsiteX1-1983" fmla="*/ 757287 w 1306525"/>
              <a:gd name="connsiteY1-1984" fmla="*/ 32444 h 1424419"/>
              <a:gd name="connsiteX2-1985" fmla="*/ 1206876 w 1306525"/>
              <a:gd name="connsiteY2-1986" fmla="*/ 284945 h 1424419"/>
              <a:gd name="connsiteX3-1987" fmla="*/ 1237706 w 1306525"/>
              <a:gd name="connsiteY3-1988" fmla="*/ 306775 h 1424419"/>
              <a:gd name="connsiteX4-1989" fmla="*/ 1304420 w 1306525"/>
              <a:gd name="connsiteY4-1990" fmla="*/ 434263 h 1424419"/>
              <a:gd name="connsiteX5-1991" fmla="*/ 1305806 w 1306525"/>
              <a:gd name="connsiteY5-1992" fmla="*/ 519922 h 1424419"/>
              <a:gd name="connsiteX6-1993" fmla="*/ 1301746 w 1306525"/>
              <a:gd name="connsiteY6-1994" fmla="*/ 953747 h 1424419"/>
              <a:gd name="connsiteX7-1995" fmla="*/ 1302599 w 1306525"/>
              <a:gd name="connsiteY7-1996" fmla="*/ 1003650 h 1424419"/>
              <a:gd name="connsiteX8-1997" fmla="*/ 1227376 w 1306525"/>
              <a:gd name="connsiteY8-1998" fmla="*/ 1152027 h 1424419"/>
              <a:gd name="connsiteX9-1999" fmla="*/ 1172881 w 1306525"/>
              <a:gd name="connsiteY9-2000" fmla="*/ 1179342 h 1424419"/>
              <a:gd name="connsiteX10-2001" fmla="*/ 792288 w 1306525"/>
              <a:gd name="connsiteY10-2002" fmla="*/ 1385653 h 1424419"/>
              <a:gd name="connsiteX11-2003" fmla="*/ 522686 w 1306525"/>
              <a:gd name="connsiteY11-2004" fmla="*/ 1384922 h 1424419"/>
              <a:gd name="connsiteX12-2005" fmla="*/ 94302 w 1306525"/>
              <a:gd name="connsiteY12-2006" fmla="*/ 1158755 h 1424419"/>
              <a:gd name="connsiteX13-2007" fmla="*/ 39429 w 1306525"/>
              <a:gd name="connsiteY13-2008" fmla="*/ 1117635 h 1424419"/>
              <a:gd name="connsiteX14-2009" fmla="*/ 667 w 1306525"/>
              <a:gd name="connsiteY14-2010" fmla="*/ 999105 h 1424419"/>
              <a:gd name="connsiteX15-2011" fmla="*/ 0 w 1306525"/>
              <a:gd name="connsiteY15-2012" fmla="*/ 972364 h 1424419"/>
              <a:gd name="connsiteX16-2013" fmla="*/ 2496 w 1306525"/>
              <a:gd name="connsiteY16-2014" fmla="*/ 463106 h 1424419"/>
              <a:gd name="connsiteX17-2015" fmla="*/ 2458 w 1306525"/>
              <a:gd name="connsiteY17-2016" fmla="*/ 429563 h 1424419"/>
              <a:gd name="connsiteX18-2017" fmla="*/ 75248 w 1306525"/>
              <a:gd name="connsiteY18-2018" fmla="*/ 303202 h 1424419"/>
              <a:gd name="connsiteX19-2019" fmla="*/ 106293 w 1306525"/>
              <a:gd name="connsiteY19-2020" fmla="*/ 282597 h 1424419"/>
              <a:gd name="connsiteX20-2021" fmla="*/ 541533 w 1306525"/>
              <a:gd name="connsiteY20-2022" fmla="*/ 38110 h 1424419"/>
              <a:gd name="connsiteX21-2023" fmla="*/ 653528 w 1306525"/>
              <a:gd name="connsiteY21-2024" fmla="*/ 0 h 1424419"/>
              <a:gd name="connsiteX0-2025" fmla="*/ 653528 w 1305814"/>
              <a:gd name="connsiteY0-2026" fmla="*/ 0 h 1424419"/>
              <a:gd name="connsiteX1-2027" fmla="*/ 757287 w 1305814"/>
              <a:gd name="connsiteY1-2028" fmla="*/ 32444 h 1424419"/>
              <a:gd name="connsiteX2-2029" fmla="*/ 1206876 w 1305814"/>
              <a:gd name="connsiteY2-2030" fmla="*/ 284945 h 1424419"/>
              <a:gd name="connsiteX3-2031" fmla="*/ 1237706 w 1305814"/>
              <a:gd name="connsiteY3-2032" fmla="*/ 306775 h 1424419"/>
              <a:gd name="connsiteX4-2033" fmla="*/ 1304420 w 1305814"/>
              <a:gd name="connsiteY4-2034" fmla="*/ 434263 h 1424419"/>
              <a:gd name="connsiteX5-2035" fmla="*/ 1305806 w 1305814"/>
              <a:gd name="connsiteY5-2036" fmla="*/ 519922 h 1424419"/>
              <a:gd name="connsiteX6-2037" fmla="*/ 1301746 w 1305814"/>
              <a:gd name="connsiteY6-2038" fmla="*/ 953747 h 1424419"/>
              <a:gd name="connsiteX7-2039" fmla="*/ 1302599 w 1305814"/>
              <a:gd name="connsiteY7-2040" fmla="*/ 1003650 h 1424419"/>
              <a:gd name="connsiteX8-2041" fmla="*/ 1227376 w 1305814"/>
              <a:gd name="connsiteY8-2042" fmla="*/ 1152027 h 1424419"/>
              <a:gd name="connsiteX9-2043" fmla="*/ 1172881 w 1305814"/>
              <a:gd name="connsiteY9-2044" fmla="*/ 1179342 h 1424419"/>
              <a:gd name="connsiteX10-2045" fmla="*/ 792288 w 1305814"/>
              <a:gd name="connsiteY10-2046" fmla="*/ 1385653 h 1424419"/>
              <a:gd name="connsiteX11-2047" fmla="*/ 522686 w 1305814"/>
              <a:gd name="connsiteY11-2048" fmla="*/ 1384922 h 1424419"/>
              <a:gd name="connsiteX12-2049" fmla="*/ 94302 w 1305814"/>
              <a:gd name="connsiteY12-2050" fmla="*/ 1158755 h 1424419"/>
              <a:gd name="connsiteX13-2051" fmla="*/ 39429 w 1305814"/>
              <a:gd name="connsiteY13-2052" fmla="*/ 1117635 h 1424419"/>
              <a:gd name="connsiteX14-2053" fmla="*/ 667 w 1305814"/>
              <a:gd name="connsiteY14-2054" fmla="*/ 999105 h 1424419"/>
              <a:gd name="connsiteX15-2055" fmla="*/ 0 w 1305814"/>
              <a:gd name="connsiteY15-2056" fmla="*/ 972364 h 1424419"/>
              <a:gd name="connsiteX16-2057" fmla="*/ 2496 w 1305814"/>
              <a:gd name="connsiteY16-2058" fmla="*/ 463106 h 1424419"/>
              <a:gd name="connsiteX17-2059" fmla="*/ 2458 w 1305814"/>
              <a:gd name="connsiteY17-2060" fmla="*/ 429563 h 1424419"/>
              <a:gd name="connsiteX18-2061" fmla="*/ 75248 w 1305814"/>
              <a:gd name="connsiteY18-2062" fmla="*/ 303202 h 1424419"/>
              <a:gd name="connsiteX19-2063" fmla="*/ 106293 w 1305814"/>
              <a:gd name="connsiteY19-2064" fmla="*/ 282597 h 1424419"/>
              <a:gd name="connsiteX20-2065" fmla="*/ 541533 w 1305814"/>
              <a:gd name="connsiteY20-2066" fmla="*/ 38110 h 1424419"/>
              <a:gd name="connsiteX21-2067" fmla="*/ 653528 w 1305814"/>
              <a:gd name="connsiteY21-2068" fmla="*/ 0 h 1424419"/>
              <a:gd name="connsiteX0-2069" fmla="*/ 653528 w 1305814"/>
              <a:gd name="connsiteY0-2070" fmla="*/ 0 h 1424419"/>
              <a:gd name="connsiteX1-2071" fmla="*/ 757287 w 1305814"/>
              <a:gd name="connsiteY1-2072" fmla="*/ 32444 h 1424419"/>
              <a:gd name="connsiteX2-2073" fmla="*/ 1206876 w 1305814"/>
              <a:gd name="connsiteY2-2074" fmla="*/ 284945 h 1424419"/>
              <a:gd name="connsiteX3-2075" fmla="*/ 1237706 w 1305814"/>
              <a:gd name="connsiteY3-2076" fmla="*/ 306775 h 1424419"/>
              <a:gd name="connsiteX4-2077" fmla="*/ 1304420 w 1305814"/>
              <a:gd name="connsiteY4-2078" fmla="*/ 434263 h 1424419"/>
              <a:gd name="connsiteX5-2079" fmla="*/ 1305806 w 1305814"/>
              <a:gd name="connsiteY5-2080" fmla="*/ 519922 h 1424419"/>
              <a:gd name="connsiteX6-2081" fmla="*/ 1301746 w 1305814"/>
              <a:gd name="connsiteY6-2082" fmla="*/ 953747 h 1424419"/>
              <a:gd name="connsiteX7-2083" fmla="*/ 1302599 w 1305814"/>
              <a:gd name="connsiteY7-2084" fmla="*/ 1003650 h 1424419"/>
              <a:gd name="connsiteX8-2085" fmla="*/ 1227376 w 1305814"/>
              <a:gd name="connsiteY8-2086" fmla="*/ 1152027 h 1424419"/>
              <a:gd name="connsiteX9-2087" fmla="*/ 1172881 w 1305814"/>
              <a:gd name="connsiteY9-2088" fmla="*/ 1179342 h 1424419"/>
              <a:gd name="connsiteX10-2089" fmla="*/ 792288 w 1305814"/>
              <a:gd name="connsiteY10-2090" fmla="*/ 1385653 h 1424419"/>
              <a:gd name="connsiteX11-2091" fmla="*/ 522686 w 1305814"/>
              <a:gd name="connsiteY11-2092" fmla="*/ 1384922 h 1424419"/>
              <a:gd name="connsiteX12-2093" fmla="*/ 94302 w 1305814"/>
              <a:gd name="connsiteY12-2094" fmla="*/ 1158755 h 1424419"/>
              <a:gd name="connsiteX13-2095" fmla="*/ 39429 w 1305814"/>
              <a:gd name="connsiteY13-2096" fmla="*/ 1117635 h 1424419"/>
              <a:gd name="connsiteX14-2097" fmla="*/ 667 w 1305814"/>
              <a:gd name="connsiteY14-2098" fmla="*/ 999105 h 1424419"/>
              <a:gd name="connsiteX15-2099" fmla="*/ 0 w 1305814"/>
              <a:gd name="connsiteY15-2100" fmla="*/ 972364 h 1424419"/>
              <a:gd name="connsiteX16-2101" fmla="*/ 2496 w 1305814"/>
              <a:gd name="connsiteY16-2102" fmla="*/ 463106 h 1424419"/>
              <a:gd name="connsiteX17-2103" fmla="*/ 2458 w 1305814"/>
              <a:gd name="connsiteY17-2104" fmla="*/ 429563 h 1424419"/>
              <a:gd name="connsiteX18-2105" fmla="*/ 75248 w 1305814"/>
              <a:gd name="connsiteY18-2106" fmla="*/ 303202 h 1424419"/>
              <a:gd name="connsiteX19-2107" fmla="*/ 106293 w 1305814"/>
              <a:gd name="connsiteY19-2108" fmla="*/ 282597 h 1424419"/>
              <a:gd name="connsiteX20-2109" fmla="*/ 541533 w 1305814"/>
              <a:gd name="connsiteY20-2110" fmla="*/ 38110 h 1424419"/>
              <a:gd name="connsiteX21-2111" fmla="*/ 653528 w 1305814"/>
              <a:gd name="connsiteY21-2112" fmla="*/ 0 h 1424419"/>
              <a:gd name="connsiteX0-2113" fmla="*/ 653528 w 1305814"/>
              <a:gd name="connsiteY0-2114" fmla="*/ 0 h 1424419"/>
              <a:gd name="connsiteX1-2115" fmla="*/ 757287 w 1305814"/>
              <a:gd name="connsiteY1-2116" fmla="*/ 32444 h 1424419"/>
              <a:gd name="connsiteX2-2117" fmla="*/ 1206876 w 1305814"/>
              <a:gd name="connsiteY2-2118" fmla="*/ 284945 h 1424419"/>
              <a:gd name="connsiteX3-2119" fmla="*/ 1237706 w 1305814"/>
              <a:gd name="connsiteY3-2120" fmla="*/ 306775 h 1424419"/>
              <a:gd name="connsiteX4-2121" fmla="*/ 1304420 w 1305814"/>
              <a:gd name="connsiteY4-2122" fmla="*/ 434263 h 1424419"/>
              <a:gd name="connsiteX5-2123" fmla="*/ 1305806 w 1305814"/>
              <a:gd name="connsiteY5-2124" fmla="*/ 519922 h 1424419"/>
              <a:gd name="connsiteX6-2125" fmla="*/ 1301746 w 1305814"/>
              <a:gd name="connsiteY6-2126" fmla="*/ 953747 h 1424419"/>
              <a:gd name="connsiteX7-2127" fmla="*/ 1302599 w 1305814"/>
              <a:gd name="connsiteY7-2128" fmla="*/ 1003650 h 1424419"/>
              <a:gd name="connsiteX8-2129" fmla="*/ 1227376 w 1305814"/>
              <a:gd name="connsiteY8-2130" fmla="*/ 1152027 h 1424419"/>
              <a:gd name="connsiteX9-2131" fmla="*/ 1174235 w 1305814"/>
              <a:gd name="connsiteY9-2132" fmla="*/ 1184756 h 1424419"/>
              <a:gd name="connsiteX10-2133" fmla="*/ 792288 w 1305814"/>
              <a:gd name="connsiteY10-2134" fmla="*/ 1385653 h 1424419"/>
              <a:gd name="connsiteX11-2135" fmla="*/ 522686 w 1305814"/>
              <a:gd name="connsiteY11-2136" fmla="*/ 1384922 h 1424419"/>
              <a:gd name="connsiteX12-2137" fmla="*/ 94302 w 1305814"/>
              <a:gd name="connsiteY12-2138" fmla="*/ 1158755 h 1424419"/>
              <a:gd name="connsiteX13-2139" fmla="*/ 39429 w 1305814"/>
              <a:gd name="connsiteY13-2140" fmla="*/ 1117635 h 1424419"/>
              <a:gd name="connsiteX14-2141" fmla="*/ 667 w 1305814"/>
              <a:gd name="connsiteY14-2142" fmla="*/ 999105 h 1424419"/>
              <a:gd name="connsiteX15-2143" fmla="*/ 0 w 1305814"/>
              <a:gd name="connsiteY15-2144" fmla="*/ 972364 h 1424419"/>
              <a:gd name="connsiteX16-2145" fmla="*/ 2496 w 1305814"/>
              <a:gd name="connsiteY16-2146" fmla="*/ 463106 h 1424419"/>
              <a:gd name="connsiteX17-2147" fmla="*/ 2458 w 1305814"/>
              <a:gd name="connsiteY17-2148" fmla="*/ 429563 h 1424419"/>
              <a:gd name="connsiteX18-2149" fmla="*/ 75248 w 1305814"/>
              <a:gd name="connsiteY18-2150" fmla="*/ 303202 h 1424419"/>
              <a:gd name="connsiteX19-2151" fmla="*/ 106293 w 1305814"/>
              <a:gd name="connsiteY19-2152" fmla="*/ 282597 h 1424419"/>
              <a:gd name="connsiteX20-2153" fmla="*/ 541533 w 1305814"/>
              <a:gd name="connsiteY20-2154" fmla="*/ 38110 h 1424419"/>
              <a:gd name="connsiteX21-2155" fmla="*/ 653528 w 1305814"/>
              <a:gd name="connsiteY21-2156" fmla="*/ 0 h 1424419"/>
              <a:gd name="connsiteX0-2157" fmla="*/ 653528 w 1305814"/>
              <a:gd name="connsiteY0-2158" fmla="*/ 0 h 1424419"/>
              <a:gd name="connsiteX1-2159" fmla="*/ 757287 w 1305814"/>
              <a:gd name="connsiteY1-2160" fmla="*/ 32444 h 1424419"/>
              <a:gd name="connsiteX2-2161" fmla="*/ 1206876 w 1305814"/>
              <a:gd name="connsiteY2-2162" fmla="*/ 284945 h 1424419"/>
              <a:gd name="connsiteX3-2163" fmla="*/ 1237706 w 1305814"/>
              <a:gd name="connsiteY3-2164" fmla="*/ 306775 h 1424419"/>
              <a:gd name="connsiteX4-2165" fmla="*/ 1304420 w 1305814"/>
              <a:gd name="connsiteY4-2166" fmla="*/ 434263 h 1424419"/>
              <a:gd name="connsiteX5-2167" fmla="*/ 1305806 w 1305814"/>
              <a:gd name="connsiteY5-2168" fmla="*/ 519922 h 1424419"/>
              <a:gd name="connsiteX6-2169" fmla="*/ 1301746 w 1305814"/>
              <a:gd name="connsiteY6-2170" fmla="*/ 953747 h 1424419"/>
              <a:gd name="connsiteX7-2171" fmla="*/ 1302599 w 1305814"/>
              <a:gd name="connsiteY7-2172" fmla="*/ 1003650 h 1424419"/>
              <a:gd name="connsiteX8-2173" fmla="*/ 1227376 w 1305814"/>
              <a:gd name="connsiteY8-2174" fmla="*/ 1152027 h 1424419"/>
              <a:gd name="connsiteX9-2175" fmla="*/ 1174235 w 1305814"/>
              <a:gd name="connsiteY9-2176" fmla="*/ 1184756 h 1424419"/>
              <a:gd name="connsiteX10-2177" fmla="*/ 792288 w 1305814"/>
              <a:gd name="connsiteY10-2178" fmla="*/ 1385653 h 1424419"/>
              <a:gd name="connsiteX11-2179" fmla="*/ 522686 w 1305814"/>
              <a:gd name="connsiteY11-2180" fmla="*/ 1384922 h 1424419"/>
              <a:gd name="connsiteX12-2181" fmla="*/ 94302 w 1305814"/>
              <a:gd name="connsiteY12-2182" fmla="*/ 1158755 h 1424419"/>
              <a:gd name="connsiteX13-2183" fmla="*/ 39429 w 1305814"/>
              <a:gd name="connsiteY13-2184" fmla="*/ 1117635 h 1424419"/>
              <a:gd name="connsiteX14-2185" fmla="*/ 667 w 1305814"/>
              <a:gd name="connsiteY14-2186" fmla="*/ 999105 h 1424419"/>
              <a:gd name="connsiteX15-2187" fmla="*/ 0 w 1305814"/>
              <a:gd name="connsiteY15-2188" fmla="*/ 972364 h 1424419"/>
              <a:gd name="connsiteX16-2189" fmla="*/ 2496 w 1305814"/>
              <a:gd name="connsiteY16-2190" fmla="*/ 463106 h 1424419"/>
              <a:gd name="connsiteX17-2191" fmla="*/ 2458 w 1305814"/>
              <a:gd name="connsiteY17-2192" fmla="*/ 429563 h 1424419"/>
              <a:gd name="connsiteX18-2193" fmla="*/ 75248 w 1305814"/>
              <a:gd name="connsiteY18-2194" fmla="*/ 303202 h 1424419"/>
              <a:gd name="connsiteX19-2195" fmla="*/ 106293 w 1305814"/>
              <a:gd name="connsiteY19-2196" fmla="*/ 282597 h 1424419"/>
              <a:gd name="connsiteX20-2197" fmla="*/ 541533 w 1305814"/>
              <a:gd name="connsiteY20-2198" fmla="*/ 38110 h 1424419"/>
              <a:gd name="connsiteX21-2199" fmla="*/ 653528 w 1305814"/>
              <a:gd name="connsiteY21-2200" fmla="*/ 0 h 1424419"/>
              <a:gd name="connsiteX0-2201" fmla="*/ 653528 w 1305814"/>
              <a:gd name="connsiteY0-2202" fmla="*/ 0 h 1427408"/>
              <a:gd name="connsiteX1-2203" fmla="*/ 757287 w 1305814"/>
              <a:gd name="connsiteY1-2204" fmla="*/ 32444 h 1427408"/>
              <a:gd name="connsiteX2-2205" fmla="*/ 1206876 w 1305814"/>
              <a:gd name="connsiteY2-2206" fmla="*/ 284945 h 1427408"/>
              <a:gd name="connsiteX3-2207" fmla="*/ 1237706 w 1305814"/>
              <a:gd name="connsiteY3-2208" fmla="*/ 306775 h 1427408"/>
              <a:gd name="connsiteX4-2209" fmla="*/ 1304420 w 1305814"/>
              <a:gd name="connsiteY4-2210" fmla="*/ 434263 h 1427408"/>
              <a:gd name="connsiteX5-2211" fmla="*/ 1305806 w 1305814"/>
              <a:gd name="connsiteY5-2212" fmla="*/ 519922 h 1427408"/>
              <a:gd name="connsiteX6-2213" fmla="*/ 1301746 w 1305814"/>
              <a:gd name="connsiteY6-2214" fmla="*/ 953747 h 1427408"/>
              <a:gd name="connsiteX7-2215" fmla="*/ 1302599 w 1305814"/>
              <a:gd name="connsiteY7-2216" fmla="*/ 1003650 h 1427408"/>
              <a:gd name="connsiteX8-2217" fmla="*/ 1227376 w 1305814"/>
              <a:gd name="connsiteY8-2218" fmla="*/ 1152027 h 1427408"/>
              <a:gd name="connsiteX9-2219" fmla="*/ 1174235 w 1305814"/>
              <a:gd name="connsiteY9-2220" fmla="*/ 1184756 h 1427408"/>
              <a:gd name="connsiteX10-2221" fmla="*/ 792288 w 1305814"/>
              <a:gd name="connsiteY10-2222" fmla="*/ 1385653 h 1427408"/>
              <a:gd name="connsiteX11-2223" fmla="*/ 517719 w 1305814"/>
              <a:gd name="connsiteY11-2224" fmla="*/ 1389889 h 1427408"/>
              <a:gd name="connsiteX12-2225" fmla="*/ 94302 w 1305814"/>
              <a:gd name="connsiteY12-2226" fmla="*/ 1158755 h 1427408"/>
              <a:gd name="connsiteX13-2227" fmla="*/ 39429 w 1305814"/>
              <a:gd name="connsiteY13-2228" fmla="*/ 1117635 h 1427408"/>
              <a:gd name="connsiteX14-2229" fmla="*/ 667 w 1305814"/>
              <a:gd name="connsiteY14-2230" fmla="*/ 999105 h 1427408"/>
              <a:gd name="connsiteX15-2231" fmla="*/ 0 w 1305814"/>
              <a:gd name="connsiteY15-2232" fmla="*/ 972364 h 1427408"/>
              <a:gd name="connsiteX16-2233" fmla="*/ 2496 w 1305814"/>
              <a:gd name="connsiteY16-2234" fmla="*/ 463106 h 1427408"/>
              <a:gd name="connsiteX17-2235" fmla="*/ 2458 w 1305814"/>
              <a:gd name="connsiteY17-2236" fmla="*/ 429563 h 1427408"/>
              <a:gd name="connsiteX18-2237" fmla="*/ 75248 w 1305814"/>
              <a:gd name="connsiteY18-2238" fmla="*/ 303202 h 1427408"/>
              <a:gd name="connsiteX19-2239" fmla="*/ 106293 w 1305814"/>
              <a:gd name="connsiteY19-2240" fmla="*/ 282597 h 1427408"/>
              <a:gd name="connsiteX20-2241" fmla="*/ 541533 w 1305814"/>
              <a:gd name="connsiteY20-2242" fmla="*/ 38110 h 1427408"/>
              <a:gd name="connsiteX21-2243" fmla="*/ 653528 w 1305814"/>
              <a:gd name="connsiteY21-2244" fmla="*/ 0 h 1427408"/>
              <a:gd name="connsiteX0-2245" fmla="*/ 653528 w 1305814"/>
              <a:gd name="connsiteY0-2246" fmla="*/ 0 h 1427408"/>
              <a:gd name="connsiteX1-2247" fmla="*/ 757287 w 1305814"/>
              <a:gd name="connsiteY1-2248" fmla="*/ 32444 h 1427408"/>
              <a:gd name="connsiteX2-2249" fmla="*/ 1206876 w 1305814"/>
              <a:gd name="connsiteY2-2250" fmla="*/ 284945 h 1427408"/>
              <a:gd name="connsiteX3-2251" fmla="*/ 1237706 w 1305814"/>
              <a:gd name="connsiteY3-2252" fmla="*/ 306775 h 1427408"/>
              <a:gd name="connsiteX4-2253" fmla="*/ 1304420 w 1305814"/>
              <a:gd name="connsiteY4-2254" fmla="*/ 434263 h 1427408"/>
              <a:gd name="connsiteX5-2255" fmla="*/ 1305806 w 1305814"/>
              <a:gd name="connsiteY5-2256" fmla="*/ 519922 h 1427408"/>
              <a:gd name="connsiteX6-2257" fmla="*/ 1301746 w 1305814"/>
              <a:gd name="connsiteY6-2258" fmla="*/ 953747 h 1427408"/>
              <a:gd name="connsiteX7-2259" fmla="*/ 1302599 w 1305814"/>
              <a:gd name="connsiteY7-2260" fmla="*/ 1003650 h 1427408"/>
              <a:gd name="connsiteX8-2261" fmla="*/ 1227376 w 1305814"/>
              <a:gd name="connsiteY8-2262" fmla="*/ 1152027 h 1427408"/>
              <a:gd name="connsiteX9-2263" fmla="*/ 1174235 w 1305814"/>
              <a:gd name="connsiteY9-2264" fmla="*/ 1184756 h 1427408"/>
              <a:gd name="connsiteX10-2265" fmla="*/ 792288 w 1305814"/>
              <a:gd name="connsiteY10-2266" fmla="*/ 1385653 h 1427408"/>
              <a:gd name="connsiteX11-2267" fmla="*/ 517719 w 1305814"/>
              <a:gd name="connsiteY11-2268" fmla="*/ 1389889 h 1427408"/>
              <a:gd name="connsiteX12-2269" fmla="*/ 94302 w 1305814"/>
              <a:gd name="connsiteY12-2270" fmla="*/ 1158755 h 1427408"/>
              <a:gd name="connsiteX13-2271" fmla="*/ 39429 w 1305814"/>
              <a:gd name="connsiteY13-2272" fmla="*/ 1117635 h 1427408"/>
              <a:gd name="connsiteX14-2273" fmla="*/ 667 w 1305814"/>
              <a:gd name="connsiteY14-2274" fmla="*/ 999105 h 1427408"/>
              <a:gd name="connsiteX15-2275" fmla="*/ 0 w 1305814"/>
              <a:gd name="connsiteY15-2276" fmla="*/ 972364 h 1427408"/>
              <a:gd name="connsiteX16-2277" fmla="*/ 2496 w 1305814"/>
              <a:gd name="connsiteY16-2278" fmla="*/ 463106 h 1427408"/>
              <a:gd name="connsiteX17-2279" fmla="*/ 2458 w 1305814"/>
              <a:gd name="connsiteY17-2280" fmla="*/ 429563 h 1427408"/>
              <a:gd name="connsiteX18-2281" fmla="*/ 75248 w 1305814"/>
              <a:gd name="connsiteY18-2282" fmla="*/ 303202 h 1427408"/>
              <a:gd name="connsiteX19-2283" fmla="*/ 106293 w 1305814"/>
              <a:gd name="connsiteY19-2284" fmla="*/ 282597 h 1427408"/>
              <a:gd name="connsiteX20-2285" fmla="*/ 541533 w 1305814"/>
              <a:gd name="connsiteY20-2286" fmla="*/ 38110 h 1427408"/>
              <a:gd name="connsiteX21-2287" fmla="*/ 653528 w 1305814"/>
              <a:gd name="connsiteY21-2288" fmla="*/ 0 h 1427408"/>
              <a:gd name="connsiteX0-2289" fmla="*/ 653528 w 1305814"/>
              <a:gd name="connsiteY0-2290" fmla="*/ 0 h 1421591"/>
              <a:gd name="connsiteX1-2291" fmla="*/ 757287 w 1305814"/>
              <a:gd name="connsiteY1-2292" fmla="*/ 32444 h 1421591"/>
              <a:gd name="connsiteX2-2293" fmla="*/ 1206876 w 1305814"/>
              <a:gd name="connsiteY2-2294" fmla="*/ 284945 h 1421591"/>
              <a:gd name="connsiteX3-2295" fmla="*/ 1237706 w 1305814"/>
              <a:gd name="connsiteY3-2296" fmla="*/ 306775 h 1421591"/>
              <a:gd name="connsiteX4-2297" fmla="*/ 1304420 w 1305814"/>
              <a:gd name="connsiteY4-2298" fmla="*/ 434263 h 1421591"/>
              <a:gd name="connsiteX5-2299" fmla="*/ 1305806 w 1305814"/>
              <a:gd name="connsiteY5-2300" fmla="*/ 519922 h 1421591"/>
              <a:gd name="connsiteX6-2301" fmla="*/ 1301746 w 1305814"/>
              <a:gd name="connsiteY6-2302" fmla="*/ 953747 h 1421591"/>
              <a:gd name="connsiteX7-2303" fmla="*/ 1302599 w 1305814"/>
              <a:gd name="connsiteY7-2304" fmla="*/ 1003650 h 1421591"/>
              <a:gd name="connsiteX8-2305" fmla="*/ 1227376 w 1305814"/>
              <a:gd name="connsiteY8-2306" fmla="*/ 1152027 h 1421591"/>
              <a:gd name="connsiteX9-2307" fmla="*/ 1174235 w 1305814"/>
              <a:gd name="connsiteY9-2308" fmla="*/ 1184756 h 1421591"/>
              <a:gd name="connsiteX10-2309" fmla="*/ 792288 w 1305814"/>
              <a:gd name="connsiteY10-2310" fmla="*/ 1385653 h 1421591"/>
              <a:gd name="connsiteX11-2311" fmla="*/ 502818 w 1305814"/>
              <a:gd name="connsiteY11-2312" fmla="*/ 1379955 h 1421591"/>
              <a:gd name="connsiteX12-2313" fmla="*/ 94302 w 1305814"/>
              <a:gd name="connsiteY12-2314" fmla="*/ 1158755 h 1421591"/>
              <a:gd name="connsiteX13-2315" fmla="*/ 39429 w 1305814"/>
              <a:gd name="connsiteY13-2316" fmla="*/ 1117635 h 1421591"/>
              <a:gd name="connsiteX14-2317" fmla="*/ 667 w 1305814"/>
              <a:gd name="connsiteY14-2318" fmla="*/ 999105 h 1421591"/>
              <a:gd name="connsiteX15-2319" fmla="*/ 0 w 1305814"/>
              <a:gd name="connsiteY15-2320" fmla="*/ 972364 h 1421591"/>
              <a:gd name="connsiteX16-2321" fmla="*/ 2496 w 1305814"/>
              <a:gd name="connsiteY16-2322" fmla="*/ 463106 h 1421591"/>
              <a:gd name="connsiteX17-2323" fmla="*/ 2458 w 1305814"/>
              <a:gd name="connsiteY17-2324" fmla="*/ 429563 h 1421591"/>
              <a:gd name="connsiteX18-2325" fmla="*/ 75248 w 1305814"/>
              <a:gd name="connsiteY18-2326" fmla="*/ 303202 h 1421591"/>
              <a:gd name="connsiteX19-2327" fmla="*/ 106293 w 1305814"/>
              <a:gd name="connsiteY19-2328" fmla="*/ 282597 h 1421591"/>
              <a:gd name="connsiteX20-2329" fmla="*/ 541533 w 1305814"/>
              <a:gd name="connsiteY20-2330" fmla="*/ 38110 h 1421591"/>
              <a:gd name="connsiteX21-2331" fmla="*/ 653528 w 1305814"/>
              <a:gd name="connsiteY21-2332" fmla="*/ 0 h 1421591"/>
              <a:gd name="connsiteX0-2333" fmla="*/ 653528 w 1305814"/>
              <a:gd name="connsiteY0-2334" fmla="*/ 0 h 1423589"/>
              <a:gd name="connsiteX1-2335" fmla="*/ 757287 w 1305814"/>
              <a:gd name="connsiteY1-2336" fmla="*/ 32444 h 1423589"/>
              <a:gd name="connsiteX2-2337" fmla="*/ 1206876 w 1305814"/>
              <a:gd name="connsiteY2-2338" fmla="*/ 284945 h 1423589"/>
              <a:gd name="connsiteX3-2339" fmla="*/ 1237706 w 1305814"/>
              <a:gd name="connsiteY3-2340" fmla="*/ 306775 h 1423589"/>
              <a:gd name="connsiteX4-2341" fmla="*/ 1304420 w 1305814"/>
              <a:gd name="connsiteY4-2342" fmla="*/ 434263 h 1423589"/>
              <a:gd name="connsiteX5-2343" fmla="*/ 1305806 w 1305814"/>
              <a:gd name="connsiteY5-2344" fmla="*/ 519922 h 1423589"/>
              <a:gd name="connsiteX6-2345" fmla="*/ 1301746 w 1305814"/>
              <a:gd name="connsiteY6-2346" fmla="*/ 953747 h 1423589"/>
              <a:gd name="connsiteX7-2347" fmla="*/ 1302599 w 1305814"/>
              <a:gd name="connsiteY7-2348" fmla="*/ 1003650 h 1423589"/>
              <a:gd name="connsiteX8-2349" fmla="*/ 1227376 w 1305814"/>
              <a:gd name="connsiteY8-2350" fmla="*/ 1152027 h 1423589"/>
              <a:gd name="connsiteX9-2351" fmla="*/ 1174235 w 1305814"/>
              <a:gd name="connsiteY9-2352" fmla="*/ 1184756 h 1423589"/>
              <a:gd name="connsiteX10-2353" fmla="*/ 792288 w 1305814"/>
              <a:gd name="connsiteY10-2354" fmla="*/ 1385653 h 1423589"/>
              <a:gd name="connsiteX11-2355" fmla="*/ 502818 w 1305814"/>
              <a:gd name="connsiteY11-2356" fmla="*/ 1379955 h 1423589"/>
              <a:gd name="connsiteX12-2357" fmla="*/ 94302 w 1305814"/>
              <a:gd name="connsiteY12-2358" fmla="*/ 1158755 h 1423589"/>
              <a:gd name="connsiteX13-2359" fmla="*/ 39429 w 1305814"/>
              <a:gd name="connsiteY13-2360" fmla="*/ 1117635 h 1423589"/>
              <a:gd name="connsiteX14-2361" fmla="*/ 667 w 1305814"/>
              <a:gd name="connsiteY14-2362" fmla="*/ 999105 h 1423589"/>
              <a:gd name="connsiteX15-2363" fmla="*/ 0 w 1305814"/>
              <a:gd name="connsiteY15-2364" fmla="*/ 972364 h 1423589"/>
              <a:gd name="connsiteX16-2365" fmla="*/ 2496 w 1305814"/>
              <a:gd name="connsiteY16-2366" fmla="*/ 463106 h 1423589"/>
              <a:gd name="connsiteX17-2367" fmla="*/ 2458 w 1305814"/>
              <a:gd name="connsiteY17-2368" fmla="*/ 429563 h 1423589"/>
              <a:gd name="connsiteX18-2369" fmla="*/ 75248 w 1305814"/>
              <a:gd name="connsiteY18-2370" fmla="*/ 303202 h 1423589"/>
              <a:gd name="connsiteX19-2371" fmla="*/ 106293 w 1305814"/>
              <a:gd name="connsiteY19-2372" fmla="*/ 282597 h 1423589"/>
              <a:gd name="connsiteX20-2373" fmla="*/ 541533 w 1305814"/>
              <a:gd name="connsiteY20-2374" fmla="*/ 38110 h 1423589"/>
              <a:gd name="connsiteX21-2375" fmla="*/ 653528 w 1305814"/>
              <a:gd name="connsiteY21-2376" fmla="*/ 0 h 14235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305814" h="1423589">
                <a:moveTo>
                  <a:pt x="653528" y="0"/>
                </a:moveTo>
                <a:cubicBezTo>
                  <a:pt x="684553" y="-1"/>
                  <a:pt x="736057" y="24011"/>
                  <a:pt x="757287" y="32444"/>
                </a:cubicBezTo>
                <a:lnTo>
                  <a:pt x="1206876" y="284945"/>
                </a:lnTo>
                <a:cubicBezTo>
                  <a:pt x="1213399" y="291230"/>
                  <a:pt x="1233090" y="301119"/>
                  <a:pt x="1237706" y="306775"/>
                </a:cubicBezTo>
                <a:cubicBezTo>
                  <a:pt x="1285405" y="341141"/>
                  <a:pt x="1301367" y="360355"/>
                  <a:pt x="1304420" y="434263"/>
                </a:cubicBezTo>
                <a:cubicBezTo>
                  <a:pt x="1306256" y="435452"/>
                  <a:pt x="1303756" y="518852"/>
                  <a:pt x="1305806" y="519922"/>
                </a:cubicBezTo>
                <a:cubicBezTo>
                  <a:pt x="1306028" y="563787"/>
                  <a:pt x="1301771" y="907207"/>
                  <a:pt x="1301746" y="953747"/>
                </a:cubicBezTo>
                <a:cubicBezTo>
                  <a:pt x="1301579" y="970833"/>
                  <a:pt x="1302766" y="986564"/>
                  <a:pt x="1302599" y="1003650"/>
                </a:cubicBezTo>
                <a:cubicBezTo>
                  <a:pt x="1298075" y="1097264"/>
                  <a:pt x="1299308" y="1117497"/>
                  <a:pt x="1227376" y="1152027"/>
                </a:cubicBezTo>
                <a:cubicBezTo>
                  <a:pt x="1229069" y="1151612"/>
                  <a:pt x="1262992" y="1133636"/>
                  <a:pt x="1174235" y="1184756"/>
                </a:cubicBezTo>
                <a:cubicBezTo>
                  <a:pt x="1102911" y="1225835"/>
                  <a:pt x="986013" y="1283805"/>
                  <a:pt x="792288" y="1385653"/>
                </a:cubicBezTo>
                <a:cubicBezTo>
                  <a:pt x="702978" y="1424034"/>
                  <a:pt x="634560" y="1449454"/>
                  <a:pt x="502818" y="1379955"/>
                </a:cubicBezTo>
                <a:cubicBezTo>
                  <a:pt x="358670" y="1301859"/>
                  <a:pt x="241278" y="1242506"/>
                  <a:pt x="94302" y="1158755"/>
                </a:cubicBezTo>
                <a:cubicBezTo>
                  <a:pt x="64301" y="1138833"/>
                  <a:pt x="61069" y="1137739"/>
                  <a:pt x="39429" y="1117635"/>
                </a:cubicBezTo>
                <a:cubicBezTo>
                  <a:pt x="9399" y="1091481"/>
                  <a:pt x="81" y="1056313"/>
                  <a:pt x="667" y="999105"/>
                </a:cubicBezTo>
                <a:cubicBezTo>
                  <a:pt x="445" y="990191"/>
                  <a:pt x="222" y="981278"/>
                  <a:pt x="0" y="972364"/>
                </a:cubicBezTo>
                <a:lnTo>
                  <a:pt x="2496" y="463106"/>
                </a:lnTo>
                <a:cubicBezTo>
                  <a:pt x="2483" y="451925"/>
                  <a:pt x="2471" y="440744"/>
                  <a:pt x="2458" y="429563"/>
                </a:cubicBezTo>
                <a:cubicBezTo>
                  <a:pt x="2770" y="365277"/>
                  <a:pt x="14732" y="348090"/>
                  <a:pt x="75248" y="303202"/>
                </a:cubicBezTo>
                <a:lnTo>
                  <a:pt x="106293" y="282597"/>
                </a:lnTo>
                <a:lnTo>
                  <a:pt x="541533" y="38110"/>
                </a:lnTo>
                <a:cubicBezTo>
                  <a:pt x="582751" y="12487"/>
                  <a:pt x="613897" y="0"/>
                  <a:pt x="653528" y="0"/>
                </a:cubicBezTo>
                <a:close/>
              </a:path>
            </a:pathLst>
          </a:custGeom>
          <a:solidFill>
            <a:srgbClr val="1A356C"/>
          </a:solidFill>
          <a:ln w="15875" cap="flat" cmpd="sng" algn="ctr">
            <a:gradFill>
              <a:gsLst>
                <a:gs pos="50000">
                  <a:schemeClr val="tx1">
                    <a:lumMod val="75000"/>
                  </a:schemeClr>
                </a:gs>
                <a:gs pos="100000">
                  <a:schemeClr val="bg1"/>
                </a:gs>
                <a:gs pos="0">
                  <a:schemeClr val="tx1"/>
                </a:gs>
              </a:gsLst>
              <a:lin ang="8100000" scaled="0"/>
            </a:gradFill>
            <a:prstDash val="solid"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rPr>
              <a:t>3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9" name="圆角矩形 115"/>
          <p:cNvSpPr/>
          <p:nvPr>
            <p:custDataLst>
              <p:tags r:id="rId14"/>
            </p:custDataLst>
          </p:nvPr>
        </p:nvSpPr>
        <p:spPr>
          <a:xfrm>
            <a:off x="1759269" y="2724409"/>
            <a:ext cx="324000" cy="324000"/>
          </a:xfrm>
          <a:prstGeom prst="roundRect">
            <a:avLst/>
          </a:pr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952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MH_Other_4"/>
          <p:cNvSpPr/>
          <p:nvPr>
            <p:custDataLst>
              <p:tags r:id="rId15"/>
            </p:custDataLst>
          </p:nvPr>
        </p:nvSpPr>
        <p:spPr>
          <a:xfrm>
            <a:off x="3038158" y="2724150"/>
            <a:ext cx="153988" cy="153988"/>
          </a:xfrm>
          <a:prstGeom prst="roundRect">
            <a:avLst/>
          </a:prstGeom>
          <a:solidFill>
            <a:srgbClr val="FFC000"/>
          </a:solidFill>
          <a:ln w="15875" cap="flat" cmpd="sng" algn="ctr">
            <a:noFill/>
            <a:prstDash val="solid"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lIns="101522" tIns="50759" rIns="101522" bIns="50759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lt"/>
            </a:endParaRPr>
          </a:p>
        </p:txBody>
      </p:sp>
      <p:sp>
        <p:nvSpPr>
          <p:cNvPr id="37" name="MH_Other_4"/>
          <p:cNvSpPr/>
          <p:nvPr>
            <p:custDataLst>
              <p:tags r:id="rId16"/>
            </p:custDataLst>
          </p:nvPr>
        </p:nvSpPr>
        <p:spPr>
          <a:xfrm>
            <a:off x="4692015" y="1042988"/>
            <a:ext cx="220663" cy="220663"/>
          </a:xfrm>
          <a:prstGeom prst="roundRect">
            <a:avLst/>
          </a:prstGeom>
          <a:solidFill>
            <a:srgbClr val="FFC000"/>
          </a:solidFill>
          <a:ln w="15875" cap="flat" cmpd="sng" algn="ctr">
            <a:noFill/>
            <a:prstDash val="solid"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lIns="101522" tIns="50759" rIns="101522" bIns="50759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lt"/>
            </a:endParaRPr>
          </a:p>
        </p:txBody>
      </p:sp>
      <p:sp>
        <p:nvSpPr>
          <p:cNvPr id="38" name="MH_Other_4"/>
          <p:cNvSpPr/>
          <p:nvPr>
            <p:custDataLst>
              <p:tags r:id="rId17"/>
            </p:custDataLst>
          </p:nvPr>
        </p:nvSpPr>
        <p:spPr>
          <a:xfrm>
            <a:off x="5431790" y="2878455"/>
            <a:ext cx="273050" cy="271463"/>
          </a:xfrm>
          <a:prstGeom prst="roundRect">
            <a:avLst/>
          </a:prstGeom>
          <a:solidFill>
            <a:srgbClr val="FFC000"/>
          </a:solidFill>
          <a:ln w="15875" cap="flat" cmpd="sng" algn="ctr">
            <a:noFill/>
            <a:prstDash val="solid"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lIns="101522" tIns="50759" rIns="101522" bIns="50759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lt"/>
            </a:endParaRPr>
          </a:p>
        </p:txBody>
      </p:sp>
      <p:sp>
        <p:nvSpPr>
          <p:cNvPr id="43" name="圆角矩形 119"/>
          <p:cNvSpPr/>
          <p:nvPr>
            <p:custDataLst>
              <p:tags r:id="rId18"/>
            </p:custDataLst>
          </p:nvPr>
        </p:nvSpPr>
        <p:spPr>
          <a:xfrm>
            <a:off x="8474963" y="1509110"/>
            <a:ext cx="247478" cy="247478"/>
          </a:xfrm>
          <a:prstGeom prst="roundRect">
            <a:avLst/>
          </a:prstGeom>
          <a:solidFill>
            <a:srgbClr val="FFC000"/>
          </a:solidFill>
          <a:ln w="952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0" name="MH_Other_4"/>
          <p:cNvSpPr/>
          <p:nvPr>
            <p:custDataLst>
              <p:tags r:id="rId19"/>
            </p:custDataLst>
          </p:nvPr>
        </p:nvSpPr>
        <p:spPr>
          <a:xfrm>
            <a:off x="8232458" y="2995613"/>
            <a:ext cx="153988" cy="153988"/>
          </a:xfrm>
          <a:prstGeom prst="roundRect">
            <a:avLst/>
          </a:prstGeom>
          <a:solidFill>
            <a:srgbClr val="FFC000"/>
          </a:solidFill>
          <a:ln w="15875" cap="flat" cmpd="sng" algn="ctr">
            <a:noFill/>
            <a:prstDash val="solid"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lIns="101522" tIns="50759" rIns="101522" bIns="50759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lt"/>
            </a:endParaRPr>
          </a:p>
        </p:txBody>
      </p:sp>
      <p:sp>
        <p:nvSpPr>
          <p:cNvPr id="11" name="矩形 10"/>
          <p:cNvSpPr/>
          <p:nvPr>
            <p:custDataLst>
              <p:tags r:id="rId20"/>
            </p:custDataLst>
          </p:nvPr>
        </p:nvSpPr>
        <p:spPr>
          <a:xfrm>
            <a:off x="2331085" y="3415665"/>
            <a:ext cx="5321935" cy="1089660"/>
          </a:xfrm>
          <a:prstGeom prst="rect">
            <a:avLst/>
          </a:prstGeom>
          <a:solidFill>
            <a:srgbClr val="FFC000"/>
          </a:solidFill>
          <a:ln w="15875" cap="flat" cmpd="sng" algn="ctr">
            <a:noFill/>
            <a:prstDash val="solid"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txBody>
          <a:bodyPr wrap="square" rtlCol="0" anchor="ctr">
            <a:noAutofit/>
          </a:bodyPr>
          <a:p>
            <a:pPr lvl="0"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b="1" strike="noStrike" kern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  <a:sym typeface="+mn-ea"/>
              </a:rPr>
              <a:t>年度人才盘点</a:t>
            </a:r>
            <a:endParaRPr lang="zh-CN" altLang="en-US" sz="5400" b="1" strike="noStrike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Segoe UI Light" panose="020B0502040204020203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21"/>
            </p:custDataLst>
          </p:nvPr>
        </p:nvSpPr>
        <p:spPr>
          <a:xfrm>
            <a:off x="7209155" y="5245863"/>
            <a:ext cx="2778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</a:rPr>
              <a:t>日期：</a:t>
            </a:r>
            <a:r>
              <a:rPr lang="en-US" altLang="zh-CN" b="1" dirty="0">
                <a:solidFill>
                  <a:schemeClr val="bg1"/>
                </a:solidFill>
              </a:rPr>
              <a:t>2023</a:t>
            </a:r>
            <a:r>
              <a:rPr lang="zh-CN" altLang="en-US" b="1" dirty="0">
                <a:solidFill>
                  <a:schemeClr val="bg1"/>
                </a:solidFill>
              </a:rPr>
              <a:t>年</a:t>
            </a:r>
            <a:r>
              <a:rPr lang="en-US" altLang="zh-CN" b="1" dirty="0">
                <a:solidFill>
                  <a:schemeClr val="bg1"/>
                </a:solidFill>
              </a:rPr>
              <a:t>11</a:t>
            </a:r>
            <a:r>
              <a:rPr lang="zh-CN" altLang="en-US" b="1" dirty="0">
                <a:solidFill>
                  <a:schemeClr val="bg1"/>
                </a:solidFill>
              </a:rPr>
              <a:t>月</a:t>
            </a:r>
            <a:r>
              <a:rPr lang="en-US" altLang="zh-CN" b="1" dirty="0">
                <a:solidFill>
                  <a:schemeClr val="bg1"/>
                </a:solidFill>
              </a:rPr>
              <a:t>23</a:t>
            </a:r>
            <a:r>
              <a:rPr lang="zh-CN" altLang="en-US" b="1" dirty="0">
                <a:solidFill>
                  <a:schemeClr val="bg1"/>
                </a:solidFill>
              </a:rPr>
              <a:t>日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3" name="圆角矩形 115"/>
          <p:cNvSpPr/>
          <p:nvPr>
            <p:custDataLst>
              <p:tags r:id="rId22"/>
            </p:custDataLst>
          </p:nvPr>
        </p:nvSpPr>
        <p:spPr>
          <a:xfrm>
            <a:off x="6515419" y="840999"/>
            <a:ext cx="324000" cy="324000"/>
          </a:xfrm>
          <a:prstGeom prst="roundRect">
            <a:avLst/>
          </a:prstGeom>
          <a:gradFill flip="none" rotWithShape="1">
            <a:gsLst>
              <a:gs pos="50000">
                <a:sysClr val="window" lastClr="FFFFFF">
                  <a:lumMod val="95000"/>
                </a:sysClr>
              </a:gs>
              <a:gs pos="100000">
                <a:sysClr val="window" lastClr="FFFFFF">
                  <a:lumMod val="75000"/>
                </a:sysClr>
              </a:gs>
              <a:gs pos="0">
                <a:sysClr val="window" lastClr="FFFFFF"/>
              </a:gs>
            </a:gsLst>
            <a:lin ang="18900000" scaled="0"/>
            <a:tileRect/>
          </a:gradFill>
          <a:ln w="9525" cap="flat" cmpd="sng" algn="ctr">
            <a:gradFill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prstDash val="solid"/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57480" y="635"/>
            <a:ext cx="12190730" cy="685736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499225" y="5516245"/>
            <a:ext cx="3671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加减对了</a:t>
            </a:r>
            <a:r>
              <a:rPr lang="en-US" altLang="zh-CN" sz="2800" b="1">
                <a:solidFill>
                  <a:schemeClr val="bg1"/>
                </a:solidFill>
              </a:rPr>
              <a:t>  </a:t>
            </a:r>
            <a:r>
              <a:rPr lang="zh-CN" altLang="en-US" sz="2800" b="1">
                <a:solidFill>
                  <a:schemeClr val="bg1"/>
                </a:solidFill>
              </a:rPr>
              <a:t>茶饮更好喝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2885" y="604520"/>
            <a:ext cx="51542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</a:rPr>
              <a:t>   </a:t>
            </a:r>
            <a:r>
              <a:rPr lang="zh-CN" altLang="en-US" sz="4800" b="1">
                <a:solidFill>
                  <a:schemeClr val="bg1"/>
                </a:solidFill>
              </a:rPr>
              <a:t>目</a:t>
            </a:r>
            <a:r>
              <a:rPr lang="en-US" altLang="zh-CN" sz="4800" b="1">
                <a:solidFill>
                  <a:schemeClr val="bg1"/>
                </a:solidFill>
              </a:rPr>
              <a:t>  </a:t>
            </a:r>
            <a:r>
              <a:rPr lang="zh-CN" altLang="en-US" sz="4800" b="1">
                <a:solidFill>
                  <a:schemeClr val="bg1"/>
                </a:solidFill>
              </a:rPr>
              <a:t>录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1492885" y="1555115"/>
            <a:ext cx="4603115" cy="190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436370" y="1694815"/>
            <a:ext cx="5210810" cy="291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chemeClr val="bg1"/>
                </a:solidFill>
              </a:rPr>
              <a:t>一</a:t>
            </a:r>
            <a:r>
              <a:rPr lang="en-US" altLang="zh-CN" sz="2800" b="1">
                <a:solidFill>
                  <a:schemeClr val="bg1"/>
                </a:solidFill>
              </a:rPr>
              <a:t>   </a:t>
            </a:r>
            <a:r>
              <a:rPr lang="zh-CN" altLang="en-US" sz="2800" b="1">
                <a:solidFill>
                  <a:schemeClr val="bg1"/>
                </a:solidFill>
              </a:rPr>
              <a:t>目的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chemeClr val="bg1"/>
                </a:solidFill>
              </a:rPr>
              <a:t>二</a:t>
            </a:r>
            <a:r>
              <a:rPr lang="en-US" altLang="zh-CN" sz="2800" b="1">
                <a:solidFill>
                  <a:schemeClr val="bg1"/>
                </a:solidFill>
              </a:rPr>
              <a:t>   </a:t>
            </a:r>
            <a:r>
              <a:rPr lang="zh-CN" altLang="en-US" sz="2800" b="1">
                <a:solidFill>
                  <a:schemeClr val="bg1"/>
                </a:solidFill>
              </a:rPr>
              <a:t>盘点对象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chemeClr val="bg1"/>
                </a:solidFill>
              </a:rPr>
              <a:t>三</a:t>
            </a:r>
            <a:r>
              <a:rPr lang="en-US" altLang="zh-CN" sz="2800" b="1">
                <a:solidFill>
                  <a:schemeClr val="bg1"/>
                </a:solidFill>
              </a:rPr>
              <a:t>   </a:t>
            </a:r>
            <a:r>
              <a:rPr lang="zh-CN" altLang="en-US" sz="2800" b="1">
                <a:solidFill>
                  <a:schemeClr val="bg1"/>
                </a:solidFill>
              </a:rPr>
              <a:t>盘点时间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chemeClr val="bg1"/>
                </a:solidFill>
              </a:rPr>
              <a:t>四</a:t>
            </a:r>
            <a:r>
              <a:rPr lang="en-US" altLang="zh-CN" sz="2800" b="1">
                <a:solidFill>
                  <a:schemeClr val="bg1"/>
                </a:solidFill>
              </a:rPr>
              <a:t>   </a:t>
            </a:r>
            <a:r>
              <a:rPr lang="zh-CN" altLang="en-US" sz="2800" b="1">
                <a:solidFill>
                  <a:schemeClr val="bg1"/>
                </a:solidFill>
              </a:rPr>
              <a:t>成立人才盘点工作小组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chemeClr val="bg1"/>
                </a:solidFill>
              </a:rPr>
              <a:t>五</a:t>
            </a:r>
            <a:r>
              <a:rPr lang="en-US" altLang="zh-CN" sz="2800" b="1">
                <a:solidFill>
                  <a:schemeClr val="bg1"/>
                </a:solidFill>
              </a:rPr>
              <a:t>   </a:t>
            </a:r>
            <a:r>
              <a:rPr lang="zh-CN" altLang="en-US" sz="2800" b="1">
                <a:solidFill>
                  <a:schemeClr val="bg1"/>
                </a:solidFill>
              </a:rPr>
              <a:t>盘点流程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5650" cy="685736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61515" y="334391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第二项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61515" y="451612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第三项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0510" y="554990"/>
            <a:ext cx="4274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盘点目的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403860" y="1332865"/>
            <a:ext cx="6181090" cy="318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      人才是当今企业的核心竞争力，人才盘点是对公司整个人力资源进行整合和优化的一个过程，可以多角度对公司内部人才做出评价，让人才的激励、培养、选择和淘汰等措施的实施更加精准到位。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     人才盘点的终极价值是让人效趋于最优，更好的实现战略目标。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33285" y="1574800"/>
            <a:ext cx="4036695" cy="37211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0"/>
            <a:ext cx="12185650" cy="685736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61515" y="334391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第二项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61515" y="451612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第三项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70510" y="554990"/>
            <a:ext cx="4274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盘点对象、盘点时间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1350010" y="1560195"/>
            <a:ext cx="2262505" cy="309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 b="1"/>
              <a:t>盘点对象</a:t>
            </a:r>
            <a:endParaRPr lang="zh-CN" altLang="en-US" sz="3600" b="1"/>
          </a:p>
          <a:p>
            <a:endParaRPr lang="zh-CN" altLang="en-US" sz="3600" b="1"/>
          </a:p>
          <a:p>
            <a:endParaRPr lang="zh-CN" altLang="en-US" sz="3600" b="1"/>
          </a:p>
          <a:p>
            <a:r>
              <a:rPr lang="zh-CN" altLang="en-US" sz="3600" b="1"/>
              <a:t>盘点时间</a:t>
            </a:r>
            <a:endParaRPr lang="zh-CN" altLang="en-US" sz="3600" b="1"/>
          </a:p>
        </p:txBody>
      </p:sp>
      <p:sp>
        <p:nvSpPr>
          <p:cNvPr id="7" name="文本框 6"/>
          <p:cNvSpPr txBox="1"/>
          <p:nvPr/>
        </p:nvSpPr>
        <p:spPr>
          <a:xfrm>
            <a:off x="3806190" y="1560195"/>
            <a:ext cx="74714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C00000"/>
                </a:solidFill>
              </a:rPr>
              <a:t>公司全员（职能</a:t>
            </a:r>
            <a:r>
              <a:rPr lang="en-US" altLang="zh-CN" sz="3600">
                <a:solidFill>
                  <a:srgbClr val="C00000"/>
                </a:solidFill>
              </a:rPr>
              <a:t>+</a:t>
            </a:r>
            <a:r>
              <a:rPr lang="zh-CN" altLang="en-US" sz="3600">
                <a:solidFill>
                  <a:srgbClr val="C00000"/>
                </a:solidFill>
              </a:rPr>
              <a:t>运营门店店长）</a:t>
            </a:r>
            <a:endParaRPr lang="zh-CN" altLang="en-US" sz="3600">
              <a:solidFill>
                <a:srgbClr val="C00000"/>
              </a:solidFill>
            </a:endParaRPr>
          </a:p>
          <a:p>
            <a:endParaRPr lang="zh-CN" altLang="en-US" sz="3600"/>
          </a:p>
          <a:p>
            <a:endParaRPr lang="zh-CN" altLang="en-US" sz="3600"/>
          </a:p>
          <a:p>
            <a:r>
              <a:rPr lang="en-US" altLang="zh-CN" sz="3600">
                <a:solidFill>
                  <a:srgbClr val="C00000"/>
                </a:solidFill>
              </a:rPr>
              <a:t>2023</a:t>
            </a:r>
            <a:r>
              <a:rPr lang="zh-CN" altLang="en-US" sz="3600">
                <a:solidFill>
                  <a:srgbClr val="C00000"/>
                </a:solidFill>
              </a:rPr>
              <a:t>年</a:t>
            </a:r>
            <a:r>
              <a:rPr lang="en-US" altLang="zh-CN" sz="3600">
                <a:solidFill>
                  <a:srgbClr val="C00000"/>
                </a:solidFill>
              </a:rPr>
              <a:t>12</a:t>
            </a:r>
            <a:r>
              <a:rPr lang="zh-CN" altLang="en-US" sz="3600">
                <a:solidFill>
                  <a:srgbClr val="C00000"/>
                </a:solidFill>
              </a:rPr>
              <a:t>月</a:t>
            </a:r>
            <a:r>
              <a:rPr lang="en-US" altLang="zh-CN" sz="3600">
                <a:solidFill>
                  <a:srgbClr val="C00000"/>
                </a:solidFill>
              </a:rPr>
              <a:t>1</a:t>
            </a:r>
            <a:r>
              <a:rPr lang="zh-CN" altLang="en-US" sz="3600">
                <a:solidFill>
                  <a:srgbClr val="C00000"/>
                </a:solidFill>
              </a:rPr>
              <a:t>日</a:t>
            </a:r>
            <a:r>
              <a:rPr lang="en-US" altLang="zh-CN" sz="3600">
                <a:solidFill>
                  <a:srgbClr val="C00000"/>
                </a:solidFill>
              </a:rPr>
              <a:t>----2023</a:t>
            </a:r>
            <a:r>
              <a:rPr lang="zh-CN" altLang="en-US" sz="3600">
                <a:solidFill>
                  <a:srgbClr val="C00000"/>
                </a:solidFill>
              </a:rPr>
              <a:t>年</a:t>
            </a:r>
            <a:r>
              <a:rPr lang="en-US" altLang="zh-CN" sz="3600">
                <a:solidFill>
                  <a:srgbClr val="C00000"/>
                </a:solidFill>
              </a:rPr>
              <a:t>12</a:t>
            </a:r>
            <a:r>
              <a:rPr lang="zh-CN" altLang="en-US" sz="3600">
                <a:solidFill>
                  <a:srgbClr val="C00000"/>
                </a:solidFill>
              </a:rPr>
              <a:t>月</a:t>
            </a:r>
            <a:r>
              <a:rPr lang="en-US" altLang="zh-CN" sz="3600">
                <a:solidFill>
                  <a:srgbClr val="C00000"/>
                </a:solidFill>
              </a:rPr>
              <a:t>31</a:t>
            </a:r>
            <a:r>
              <a:rPr lang="zh-CN" altLang="en-US" sz="3600">
                <a:solidFill>
                  <a:srgbClr val="C00000"/>
                </a:solidFill>
              </a:rPr>
              <a:t>日</a:t>
            </a:r>
            <a:endParaRPr lang="zh-CN" altLang="en-US" sz="3600">
              <a:solidFill>
                <a:srgbClr val="C0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12515" y="5038090"/>
            <a:ext cx="4556760" cy="10699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5650" cy="685736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61515" y="334391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第二项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61515" y="451612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第三项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70510" y="554990"/>
            <a:ext cx="4274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成立人才盘点工作小组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270510" y="1350010"/>
            <a:ext cx="4467860" cy="4942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       人才盘点工作小组由各部门负责人和人力行政部门人员组成。人力行政部门主导，由周嘉莉担任组长，朱雅曼副组长，牵头执行各部门的人才盘点工作。</a:t>
            </a:r>
            <a:endParaRPr lang="en-US" altLang="zh-CN" sz="2400"/>
          </a:p>
          <a:p>
            <a:r>
              <a:rPr lang="en-US" altLang="zh-CN" sz="2400"/>
              <a:t>       人力行政部门人员分工负责不同职能部门的跟进，包括前期准备工作，盘点统计工作，组织盘点会议，协助后期校准，以及盘点落地计划。要求各部门负责人积极配合，提供客观详实的评价依据。</a:t>
            </a:r>
            <a:endParaRPr lang="en-US" altLang="zh-CN" sz="240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64100" y="1211580"/>
            <a:ext cx="6718935" cy="48977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57480" y="0"/>
            <a:ext cx="12190730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8035" y="1246505"/>
            <a:ext cx="39211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solidFill>
                  <a:schemeClr val="bg2"/>
                </a:solidFill>
              </a:rPr>
              <a:t>盘点流程</a:t>
            </a:r>
            <a:r>
              <a:rPr lang="en-US" altLang="zh-CN" sz="6000" b="1">
                <a:solidFill>
                  <a:schemeClr val="bg2"/>
                </a:solidFill>
              </a:rPr>
              <a:t> </a:t>
            </a:r>
            <a:endParaRPr lang="zh-CN" altLang="en-US" sz="6000" b="1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396990" y="5497830"/>
            <a:ext cx="3689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加减对了</a:t>
            </a:r>
            <a:r>
              <a:rPr lang="en-US" altLang="zh-CN" sz="2800" b="1">
                <a:solidFill>
                  <a:schemeClr val="bg1"/>
                </a:solidFill>
              </a:rPr>
              <a:t>  </a:t>
            </a:r>
            <a:r>
              <a:rPr lang="zh-CN" altLang="en-US" sz="2800" b="1">
                <a:solidFill>
                  <a:schemeClr val="bg1"/>
                </a:solidFill>
              </a:rPr>
              <a:t>茶饮更好喝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2560" y="2539365"/>
            <a:ext cx="4964430" cy="21583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1. </a:t>
            </a:r>
            <a:r>
              <a:rPr lang="zh-CN" altLang="en-US" sz="2800" b="1">
                <a:solidFill>
                  <a:schemeClr val="bg1"/>
                </a:solidFill>
              </a:rPr>
              <a:t>战略与组织分析阶段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2. </a:t>
            </a:r>
            <a:r>
              <a:rPr lang="zh-CN" altLang="en-US" sz="2800" b="1">
                <a:solidFill>
                  <a:schemeClr val="bg1"/>
                </a:solidFill>
              </a:rPr>
              <a:t>盘点阶段</a:t>
            </a:r>
            <a:r>
              <a:rPr lang="en-US" altLang="zh-CN" sz="2800" b="1">
                <a:solidFill>
                  <a:schemeClr val="bg1"/>
                </a:solidFill>
              </a:rPr>
              <a:t>     </a:t>
            </a:r>
            <a:endParaRPr lang="en-US" altLang="zh-CN" sz="2800" b="1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3. </a:t>
            </a:r>
            <a:r>
              <a:rPr lang="zh-CN" altLang="en-US" sz="2800" b="1">
                <a:solidFill>
                  <a:schemeClr val="bg1"/>
                </a:solidFill>
              </a:rPr>
              <a:t>盘点校准会议</a:t>
            </a:r>
            <a:endParaRPr lang="zh-CN" altLang="en-US" sz="2800" b="1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</a:rPr>
              <a:t>4. </a:t>
            </a:r>
            <a:r>
              <a:rPr lang="zh-CN" altLang="en-US" sz="2800" b="1">
                <a:solidFill>
                  <a:schemeClr val="bg1"/>
                </a:solidFill>
              </a:rPr>
              <a:t>盘点落地应用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7800"/>
            <a:ext cx="12185650" cy="685736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47240" y="3439795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第二项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961515" y="4516120"/>
            <a:ext cx="154178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第三项</a:t>
            </a:r>
            <a:endParaRPr lang="zh-CN" altLang="en-US" sz="28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93065" y="361950"/>
            <a:ext cx="4274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战略与组织分析阶段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393065" y="822325"/>
            <a:ext cx="1152525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     这个阶段，需要人力行政部门对公司整体组织架构、岗位职级以及岗位名单进行梳理和分级，把目标对象划分为基层、中层、高层三个层级。以便于盘点工作的展开。（周嘉莉、朱亚曼负责）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51890" y="2153285"/>
            <a:ext cx="7627620" cy="1286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1890" y="3531870"/>
            <a:ext cx="7626985" cy="1276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51890" y="4900295"/>
            <a:ext cx="7627620" cy="10953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3065" y="484505"/>
            <a:ext cx="5702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盘点阶段</a:t>
            </a:r>
            <a:r>
              <a:rPr lang="en-US" altLang="zh-CN" sz="2400" b="1"/>
              <a:t>----</a:t>
            </a:r>
            <a:r>
              <a:rPr lang="zh-CN" altLang="en-US" sz="2400" b="1"/>
              <a:t>第一部分</a:t>
            </a:r>
            <a:r>
              <a:rPr lang="en-US" altLang="zh-CN" sz="2400" b="1"/>
              <a:t> </a:t>
            </a:r>
            <a:r>
              <a:rPr lang="zh-CN" altLang="en-US" sz="2400" b="1"/>
              <a:t>人才数量盘点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93065" y="1121410"/>
            <a:ext cx="11455400" cy="3068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人才数量盘点是指对现有人员进行人效分析，并对照人才数量规划找出差距，看其能否支撑和适应未来发展需要。（作参考）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①通过第一阶段的梳理分级，统计出公司各部门人员实际数量；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②计算员工需求数量：  实际人效 = 实际销售总额/实际出勤人数  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员工需求总数 = 目标销售额/目标人效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0385" y="2306955"/>
            <a:ext cx="2301875" cy="32067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3065" y="484505"/>
            <a:ext cx="5702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盘点阶段</a:t>
            </a:r>
            <a:r>
              <a:rPr lang="en-US" altLang="zh-CN" sz="2400" b="1"/>
              <a:t>----</a:t>
            </a:r>
            <a:r>
              <a:rPr lang="zh-CN" altLang="en-US" sz="2400" b="1"/>
              <a:t>第二部分</a:t>
            </a:r>
            <a:r>
              <a:rPr lang="en-US" altLang="zh-CN" sz="2400" b="1"/>
              <a:t> </a:t>
            </a:r>
            <a:r>
              <a:rPr lang="zh-CN" altLang="en-US" sz="2400" b="1"/>
              <a:t>人才质量盘点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93065" y="944880"/>
            <a:ext cx="9692640" cy="1342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       人才质量盘点需要从</a:t>
            </a:r>
            <a:r>
              <a:rPr lang="en-US" altLang="zh-CN" sz="2400" b="1">
                <a:solidFill>
                  <a:srgbClr val="C00000"/>
                </a:solidFill>
              </a:rPr>
              <a:t>业绩</a:t>
            </a:r>
            <a:r>
              <a:rPr lang="en-US" altLang="zh-CN" sz="2400"/>
              <a:t>和</a:t>
            </a:r>
            <a:r>
              <a:rPr lang="en-US" altLang="zh-CN" sz="2400" b="1">
                <a:solidFill>
                  <a:srgbClr val="C00000"/>
                </a:solidFill>
              </a:rPr>
              <a:t>素质</a:t>
            </a:r>
            <a:r>
              <a:rPr lang="en-US" altLang="zh-CN" sz="2400"/>
              <a:t>能力双维度进行人才测评，由各部门负责人对部门成员进行打分（直接上级打分，可同理绩效考核打分）。</a:t>
            </a:r>
            <a:endParaRPr lang="en-US" altLang="zh-CN" sz="2400"/>
          </a:p>
        </p:txBody>
      </p:sp>
      <p:sp>
        <p:nvSpPr>
          <p:cNvPr id="4" name="椭圆 3"/>
          <p:cNvSpPr/>
          <p:nvPr/>
        </p:nvSpPr>
        <p:spPr>
          <a:xfrm>
            <a:off x="560070" y="2520315"/>
            <a:ext cx="2491740" cy="965200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业绩测评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560070" y="3718560"/>
            <a:ext cx="2491740" cy="965200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素质测评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4804410" y="2976880"/>
            <a:ext cx="2476500" cy="1263015"/>
          </a:xfrm>
          <a:prstGeom prst="ellipse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九宫格定位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051810" y="3468370"/>
            <a:ext cx="1385570" cy="2457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>
            <a:off x="7647940" y="3489960"/>
            <a:ext cx="1280160" cy="2286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40345" y="3069590"/>
            <a:ext cx="1087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</a:rPr>
              <a:t>附加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9165590" y="3069590"/>
            <a:ext cx="2684780" cy="106489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DR</a:t>
            </a:r>
            <a:r>
              <a:rPr lang="zh-CN" altLang="en-US" sz="2400" b="1">
                <a:solidFill>
                  <a:schemeClr val="tx1"/>
                </a:solidFill>
              </a:rPr>
              <a:t>性格测评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80670" y="112395"/>
            <a:ext cx="2035810" cy="80708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业绩测评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020" y="1064260"/>
            <a:ext cx="5685790" cy="5135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11595" y="1024890"/>
            <a:ext cx="5353050" cy="517588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5770" y="1082040"/>
            <a:ext cx="7581900" cy="5038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80670" y="112395"/>
            <a:ext cx="2035810" cy="80708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素质测评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8300" y="998220"/>
            <a:ext cx="8337550" cy="56235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80670" y="112395"/>
            <a:ext cx="2035810" cy="80708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素质测评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88515" y="1024890"/>
            <a:ext cx="7189470" cy="54438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80670" y="112395"/>
            <a:ext cx="2035810" cy="80708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素质测评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56815" y="628650"/>
            <a:ext cx="7576185" cy="60039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260985" y="187325"/>
            <a:ext cx="2476500" cy="1140460"/>
          </a:xfrm>
          <a:prstGeom prst="ellipse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九宫格定位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3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00700" y="1595120"/>
            <a:ext cx="4519930" cy="477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37485" y="4200525"/>
            <a:ext cx="2470785" cy="194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4175" y="1437640"/>
            <a:ext cx="4799330" cy="24936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0"/>
            <a:ext cx="12185650" cy="685736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3065" y="484505"/>
            <a:ext cx="2650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/>
              <a:t>盘点校准会议</a:t>
            </a:r>
            <a:endParaRPr lang="zh-CN" sz="2400" b="1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3065" y="1238250"/>
            <a:ext cx="2819400" cy="2190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59200" y="1299210"/>
            <a:ext cx="7690485" cy="177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参会人员：</a:t>
            </a:r>
            <a:endParaRPr lang="zh-CN" altLang="en-US" sz="2000" b="1"/>
          </a:p>
          <a:p>
            <a:r>
              <a:rPr lang="zh-CN" altLang="en-US" sz="2000"/>
              <a:t>直接上级（介绍个人信息，说明业绩能力评估结果，阐述行为事例）</a:t>
            </a:r>
            <a:endParaRPr lang="zh-CN" altLang="en-US" sz="2000"/>
          </a:p>
          <a:p>
            <a:r>
              <a:rPr lang="zh-CN" altLang="en-US" sz="2000"/>
              <a:t>间接上级（了解间接下级的信息，对有疑义部分进行修正）</a:t>
            </a:r>
            <a:endParaRPr lang="zh-CN" altLang="en-US" sz="2000"/>
          </a:p>
          <a:p>
            <a:r>
              <a:rPr lang="zh-CN" altLang="en-US" sz="2000"/>
              <a:t>斜线上级（提供信息，了解其它团队的人才）</a:t>
            </a:r>
            <a:endParaRPr lang="zh-CN" altLang="en-US" sz="2000"/>
          </a:p>
          <a:p>
            <a:r>
              <a:rPr lang="zh-CN" altLang="en-US" sz="2000"/>
              <a:t>HR人员</a:t>
            </a:r>
            <a:r>
              <a:rPr lang="en-US" altLang="zh-CN" sz="2000"/>
              <a:t>  </a:t>
            </a:r>
            <a:r>
              <a:rPr lang="zh-CN" altLang="en-US" sz="2000"/>
              <a:t>（会议引导流程监督+过程记录整理）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393065" y="3429635"/>
            <a:ext cx="3964305" cy="2209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000" b="1"/>
              <a:t>会议准备：</a:t>
            </a:r>
            <a:endParaRPr lang="en-US" altLang="zh-CN" sz="2000" b="1"/>
          </a:p>
          <a:p>
            <a:pPr>
              <a:lnSpc>
                <a:spcPct val="130000"/>
              </a:lnSpc>
            </a:pPr>
            <a:r>
              <a:rPr lang="en-US" altLang="zh-CN" sz="2000"/>
              <a:t>① 被评价人的基本信息（姓名、学历、  入职年限、岗位）        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② 业绩评价结果、素质评价结果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③ 离职风险、继任者计划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4609465" y="3429635"/>
            <a:ext cx="6840220" cy="280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000" b="1"/>
              <a:t>会议步骤：</a:t>
            </a:r>
            <a:endParaRPr lang="en-US" altLang="zh-CN" sz="2000" b="1"/>
          </a:p>
          <a:p>
            <a:pPr>
              <a:lnSpc>
                <a:spcPct val="130000"/>
              </a:lnSpc>
            </a:pPr>
            <a:r>
              <a:rPr lang="en-US" altLang="zh-CN" sz="2000"/>
              <a:t>① 直接上级介绍分析被评价人的测评报告，总结优劣势；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② 回顾打分情况，讨论校准素质能力和业绩能力得分；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③ 间接上级补充讨论，得出盘点结果；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④ 验证九宫格定位，确定最终结果；</a:t>
            </a:r>
            <a:endParaRPr lang="en-US" altLang="zh-CN" sz="2000"/>
          </a:p>
          <a:p>
            <a:pPr>
              <a:lnSpc>
                <a:spcPct val="130000"/>
              </a:lnSpc>
            </a:pPr>
            <a:r>
              <a:rPr lang="en-US" altLang="zh-CN" sz="2000"/>
              <a:t>⑤ 讨论发展建议、离职风险、继任者计划等信息；</a:t>
            </a:r>
            <a:endParaRPr lang="en-US" altLang="zh-CN" sz="2000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73095" y="1179195"/>
            <a:ext cx="8334375" cy="497205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472440" y="2647950"/>
            <a:ext cx="2070100" cy="192976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HR</a:t>
            </a:r>
            <a:r>
              <a:rPr lang="zh-CN" altLang="en-US" sz="2800" b="1">
                <a:solidFill>
                  <a:schemeClr val="tx1"/>
                </a:solidFill>
              </a:rPr>
              <a:t>完成</a:t>
            </a:r>
            <a:endParaRPr lang="zh-CN" altLang="en-US" sz="2800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3065" y="484505"/>
            <a:ext cx="2650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/>
              <a:t>盘点落地应用</a:t>
            </a:r>
            <a:endParaRPr lang="zh-CN" sz="2400" b="1"/>
          </a:p>
        </p:txBody>
      </p:sp>
      <p:sp>
        <p:nvSpPr>
          <p:cNvPr id="3" name="圆角矩形 2"/>
          <p:cNvSpPr/>
          <p:nvPr/>
        </p:nvSpPr>
        <p:spPr>
          <a:xfrm>
            <a:off x="533400" y="1191895"/>
            <a:ext cx="6244590" cy="736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基于盘点信息明确人员编制与部门改进计划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533400" y="2175510"/>
            <a:ext cx="3642995" cy="38500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858260" y="1928495"/>
            <a:ext cx="8204200" cy="4390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/>
              <a:t>九宫格 1类超级明星：企业利润创造者；</a:t>
            </a:r>
            <a:r>
              <a:rPr lang="zh-CN" altLang="en-US"/>
              <a:t>（</a:t>
            </a:r>
            <a:r>
              <a:rPr lang="en-US" altLang="zh-CN"/>
              <a:t>优先调整为部门负责人/部门对接人（晋升加薪）、公司股权激励、优先参加外部培训等 </a:t>
            </a:r>
            <a:r>
              <a:rPr lang="zh-CN" altLang="en-US"/>
              <a:t>；</a:t>
            </a:r>
            <a:r>
              <a:rPr lang="en-US" altLang="zh-CN"/>
              <a:t>                          </a:t>
            </a:r>
            <a:br>
              <a:rPr lang="en-US" altLang="zh-CN"/>
            </a:br>
            <a:r>
              <a:rPr lang="en-US" altLang="zh-CN"/>
              <a:t>           2+核心骨干：</a:t>
            </a:r>
            <a:r>
              <a:rPr lang="zh-CN" altLang="en-US"/>
              <a:t>（</a:t>
            </a:r>
            <a:r>
              <a:rPr lang="en-US" altLang="zh-CN"/>
              <a:t>优先调整为部门负责人/部门对接人（晋升加薪）、优先参加外部培训等；</a:t>
            </a:r>
            <a:r>
              <a:rPr lang="zh-CN" altLang="en-US"/>
              <a:t>）</a:t>
            </a:r>
            <a:r>
              <a:rPr lang="en-US" altLang="zh-CN"/>
              <a:t>           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           2类中坚力量：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优先调整为部门负责人/部门对接人（晋升加薪）、优先参加外部培训等；</a:t>
            </a:r>
            <a:r>
              <a:rPr lang="zh-CN" altLang="en-US">
                <a:sym typeface="+mn-ea"/>
              </a:rPr>
              <a:t>）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           3类业绩待提升：</a:t>
            </a:r>
            <a:r>
              <a:rPr lang="zh-CN" altLang="en-US"/>
              <a:t>需要面谈，</a:t>
            </a:r>
            <a:r>
              <a:rPr lang="en-US" altLang="zh-CN"/>
              <a:t>要有改进或调岗计划；如果没有改进趋势，考虑放弃；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           4类素质待提升：</a:t>
            </a:r>
            <a:r>
              <a:rPr lang="zh-CN" altLang="en-US"/>
              <a:t>需要面谈，</a:t>
            </a:r>
            <a:r>
              <a:rPr lang="en-US" altLang="zh-CN"/>
              <a:t>要有改进或调岗计划；如果没有改进趋势，考虑放弃；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           5类业绩素质待提升：3-6个月内需要解聘；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4850" y="1093470"/>
            <a:ext cx="7214870" cy="43224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650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1850" y="2098040"/>
            <a:ext cx="6997700" cy="305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latin typeface="华文行楷" panose="02010800040101010101" charset="-122"/>
                <a:ea typeface="华文行楷" panose="02010800040101010101" charset="-122"/>
              </a:rPr>
              <a:t>天时不如地利，</a:t>
            </a:r>
            <a:endParaRPr lang="zh-CN" altLang="en-US" sz="6000"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zh-CN" altLang="en-US" sz="6000">
                <a:latin typeface="华文行楷" panose="02010800040101010101" charset="-122"/>
                <a:ea typeface="华文行楷" panose="02010800040101010101" charset="-122"/>
              </a:rPr>
              <a:t>地利不如人和。</a:t>
            </a:r>
            <a:endParaRPr lang="zh-CN" altLang="en-US" sz="6000"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en-US" altLang="zh-CN" sz="6000">
                <a:latin typeface="华文行楷" panose="02010800040101010101" charset="-122"/>
                <a:ea typeface="华文行楷" panose="02010800040101010101" charset="-122"/>
              </a:rPr>
              <a:t>                    ----</a:t>
            </a:r>
            <a:r>
              <a:rPr lang="zh-CN" altLang="en-US" sz="6000">
                <a:latin typeface="华文行楷" panose="02010800040101010101" charset="-122"/>
                <a:ea typeface="华文行楷" panose="02010800040101010101" charset="-122"/>
              </a:rPr>
              <a:t>孟子</a:t>
            </a:r>
            <a:endParaRPr lang="zh-CN" altLang="en-US" sz="6000"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86395" y="1313815"/>
            <a:ext cx="3362325" cy="445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_画板 1 副本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MH" val="20160202082519"/>
  <p:tag name="MH_LIBRARY" val="GRAPHIC"/>
  <p:tag name="MH_TYPE" val="Other"/>
  <p:tag name="MH_ORDER" val="4"/>
  <p:tag name="KSO_WM_BEAUTIFY_FLAG" val=""/>
</p:tagLst>
</file>

<file path=ppt/tags/tag77.xml><?xml version="1.0" encoding="utf-8"?>
<p:tagLst xmlns:p="http://schemas.openxmlformats.org/presentationml/2006/main">
  <p:tag name="MH" val="20160202082519"/>
  <p:tag name="MH_LIBRARY" val="GRAPHIC"/>
  <p:tag name="MH_TYPE" val="Other"/>
  <p:tag name="MH_ORDER" val="4"/>
  <p:tag name="KSO_WM_BEAUTIFY_FLAG" val=""/>
</p:tagLst>
</file>

<file path=ppt/tags/tag78.xml><?xml version="1.0" encoding="utf-8"?>
<p:tagLst xmlns:p="http://schemas.openxmlformats.org/presentationml/2006/main">
  <p:tag name="MH" val="20160202082519"/>
  <p:tag name="MH_LIBRARY" val="GRAPHIC"/>
  <p:tag name="MH_TYPE" val="Other"/>
  <p:tag name="MH_ORDER" val="4"/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MH" val="20160202082519"/>
  <p:tag name="MH_LIBRARY" val="GRAPHIC"/>
  <p:tag name="MH_TYPE" val="Other"/>
  <p:tag name="MH_ORDER" val="4"/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PP_MARK_KEY" val="a1af00c3-4dad-4e8b-8c79-ac22405118e1"/>
  <p:tag name="COMMONDATA" val="eyJoZGlkIjoiNTZmNjg5ODQ5MTI5NTY3MjMyN2QxNTgyY2ExZmU5MTMifQ=="/>
  <p:tag name="commondata" val="eyJoZGlkIjoiYzE4Yjc2NzE4NzY5M2Q5NTgzOWUyMTkwYjdkODRhY2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1735</Words>
  <Application>WPS 演示</Application>
  <PresentationFormat>宽屏</PresentationFormat>
  <Paragraphs>142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Impact</vt:lpstr>
      <vt:lpstr>微软雅黑</vt:lpstr>
      <vt:lpstr>Arial</vt:lpstr>
      <vt:lpstr>Segoe UI Light</vt:lpstr>
      <vt:lpstr>Arial Unicode MS</vt:lpstr>
      <vt:lpstr>Calibri</vt:lpstr>
      <vt:lpstr>华文行楷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嘉莉</cp:lastModifiedBy>
  <cp:revision>173</cp:revision>
  <dcterms:created xsi:type="dcterms:W3CDTF">2022-10-15T09:44:00Z</dcterms:created>
  <dcterms:modified xsi:type="dcterms:W3CDTF">2023-11-23T07:15:14Z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A86F2CAAF9CF4AC5A482BB2ACB8A7CD9_13</vt:lpwstr>
  </property>
</Properties>
</file>